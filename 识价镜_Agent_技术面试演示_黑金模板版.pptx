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a536b29b45442e" /><Relationship Type="http://schemas.openxmlformats.org/officeDocument/2006/relationships/extended-properties" Target="/docProps/app.xml" Id="R4dd2fa59809f4968" /><Relationship Type="http://schemas.openxmlformats.org/officeDocument/2006/relationships/officeDocument" Target="/ppt/presentation.xml" Id="Rc71ea272d48445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0039073d544808"/>
  </p:sldMasterIdLst>
  <p:notesMasterIdLst>
    <p:notesMasterId xmlns:r="http://schemas.openxmlformats.org/officeDocument/2006/relationships" r:id="R7f5ea349fdfb47c2"/>
  </p:notesMasterIdLst>
  <p:sldIdLst>
    <p:sldId xmlns:r="http://schemas.openxmlformats.org/officeDocument/2006/relationships" id="256" r:id="Rf9726ced1e4d4f96"/>
    <p:sldId xmlns:r="http://schemas.openxmlformats.org/officeDocument/2006/relationships" id="257" r:id="R46cce67526d24fb8"/>
    <p:sldId xmlns:r="http://schemas.openxmlformats.org/officeDocument/2006/relationships" id="258" r:id="Rb12121e16fee4057"/>
    <p:sldId xmlns:r="http://schemas.openxmlformats.org/officeDocument/2006/relationships" id="259" r:id="R20d86665702942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bfb9e933ac42c6" /><Relationship Type="http://schemas.openxmlformats.org/officeDocument/2006/relationships/slideMaster" Target="/ppt/slideMasters/slideMaster1.xml" Id="R040039073d544808" /><Relationship Type="http://schemas.openxmlformats.org/officeDocument/2006/relationships/notesMaster" Target="/ppt/notesMasters/notesMaster1.xml" Id="R7f5ea349fdfb47c2" /><Relationship Type="http://schemas.openxmlformats.org/officeDocument/2006/relationships/presProps" Target="/ppt/presProps.xml" Id="R12d59309cde9415f" /><Relationship Type="http://schemas.openxmlformats.org/officeDocument/2006/relationships/viewProps" Target="/ppt/viewProps.xml" Id="R05c01493ac3e47cd" /><Relationship Type="http://schemas.openxmlformats.org/officeDocument/2006/relationships/tableStyles" Target="/ppt/tableStyles.xml" Id="Rbb3cdbe986304dbd" /><Relationship Type="http://schemas.openxmlformats.org/officeDocument/2006/relationships/slide" Target="/ppt/slides/slide1.xml" Id="Rf9726ced1e4d4f96" /><Relationship Type="http://schemas.openxmlformats.org/officeDocument/2006/relationships/slide" Target="/ppt/slides/slide2.xml" Id="R46cce67526d24fb8" /><Relationship Type="http://schemas.openxmlformats.org/officeDocument/2006/relationships/slide" Target="/ppt/slides/slide3.xml" Id="Rb12121e16fee4057" /><Relationship Type="http://schemas.openxmlformats.org/officeDocument/2006/relationships/slide" Target="/ppt/slides/slide4.xml" Id="R20d86665702942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82fc0be1384c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商务风黑金色通用模板">
  <a:themeElements>
    <a:clrScheme name="自定义 193">
      <a:dk1>
        <a:srgbClr val="000000"/>
      </a:dk1>
      <a:lt1>
        <a:srgbClr val="FFFFFF"/>
      </a:lt1>
      <a:dk2>
        <a:srgbClr val="0D0D0D"/>
      </a:dk2>
      <a:lt2>
        <a:srgbClr val="F5F7FF"/>
      </a:lt2>
      <a:accent1>
        <a:srgbClr val="AF753D"/>
      </a:accent1>
      <a:accent2>
        <a:srgbClr val="FFA912"/>
      </a:accent2>
      <a:accent3>
        <a:srgbClr val="9C60FF"/>
      </a:accent3>
      <a:accent4>
        <a:srgbClr val="17D594"/>
      </a:accent4>
      <a:accent5>
        <a:srgbClr val="F84949"/>
      </a:accent5>
      <a:accent6>
        <a:srgbClr val="EEC000"/>
      </a:accent6>
      <a:hlink>
        <a:srgbClr val="304FFE"/>
      </a:hlink>
      <a:folHlink>
        <a:srgbClr val="492067"/>
      </a:folHlink>
    </a:clrScheme>
    <a:fontScheme name="自定义 1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自定义 19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10332c20dc4249" /><Relationship Type="http://schemas.openxmlformats.org/officeDocument/2006/relationships/notesMaster" Target="/ppt/notesMasters/notesMaster1.xml" Id="R3687ffaa5e074c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7a9066e1e84fd5" /><Relationship Type="http://schemas.openxmlformats.org/officeDocument/2006/relationships/notesMaster" Target="/ppt/notesMasters/notesMaster1.xml" Id="R929ed1014c0e4f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ceb95836b44d25" /><Relationship Type="http://schemas.openxmlformats.org/officeDocument/2006/relationships/notesMaster" Target="/ppt/notesMasters/notesMaster1.xml" Id="Ra8bf8ec65d9c4c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03f06f464a4506" /><Relationship Type="http://schemas.openxmlformats.org/officeDocument/2006/relationships/notesMaster" Target="/ppt/notesMasters/notesMaster1.xml" Id="R4836dfdc872944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封面：识价镜 AI Agent 技术面试演示。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D:\E.C.26-B\README.md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四个技术点来自简历中的识价镜项目亮点。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D:\实习\简历\output\pdf\张思成_简历.pdf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原始方案以共享 AgentState 的专业子图进行编排。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D:\E.C.26-B\docs\plans\multi_agent_upgrade_plan.md</a:t>
            </a:r>
          </a:p>
          <a:p xmlns:a="http://schemas.openxmlformats.org/drawingml/2006/main">
            <a:r>
              <a:t>- D:\E.C.26-B\docs\multi_agent.md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受控层级式 Multi-Agent 使用 Supervisor、严格任务协议和五类私有 Specialist。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D:\E.C.26-B\docs\multi_agent.md</a:t>
            </a:r>
          </a:p>
          <a:p xmlns:a="http://schemas.openxmlformats.org/drawingml/2006/main">
            <a:r>
              <a:t>- D:\E.C.26-B\docs\architecture.md</a:t>
            </a:r>
          </a:p>
          <a:p xmlns:a="http://schemas.openxmlformats.org/drawingml/2006/main">
            <a:r>
              <a:t>- D:\E.C.26-B\docs\workflow.md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e8d3d244ab45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a91a2454de48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d8695fc44449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9e56a2a87f4a3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a6bced886d4a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8726e230cc4ee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c0b55acbca44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aef6dfb52545d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2a9c224e1b42e6" /><Relationship Type="http://schemas.openxmlformats.org/officeDocument/2006/relationships/image" Target="/ppt/media/image.png" Id="Rc1114a7137ab4d9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3643f749e44819" /><Relationship Type="http://schemas.openxmlformats.org/officeDocument/2006/relationships/image" Target="/ppt/media/image.png" Id="Rc2ebc581f99241c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ae9194e01494d" /><Relationship Type="http://schemas.openxmlformats.org/officeDocument/2006/relationships/image" Target="/ppt/media/image.png" Id="Rd494c721b1084ccd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09003cf5d54555" /></Relationships>
</file>

<file path=ppt/slideLayouts/slideLayout1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5AB7CB8-8743-482D-A61F-6DA3337C90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9C75EBA-EC5D-4297-8B4A-F5F851AF04F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DCB88FD-84CB-46CC-A78C-66F467FE65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2CACDC7-2516-4A11-B8DE-71A381D46F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D6AD8BA-F47C-4841-A97F-BFE7B30513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A586AF-4D46-4A67-BE2D-0923B1A2974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656000" y="895400"/>
            <a:ext cx="2880000" cy="1081088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algn="ctr">
              <a:buNone/>
              <a:defRPr sz="660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r>
              <a:t>标题</a:t>
            </a:r>
            <a:endParaRPr/>
          </a:p>
        </p:txBody>
      </p:sp>
      <p:sp>
        <p:nvSpPr>
          <p:cNvPr id="7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CB2E93F-0454-4AE9-BA76-237B20C252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251B717-58A9-49C1-AB66-D51105EA3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D2B3D5F-C061-4B31-8105-DC0E9593E2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CCF6877-A946-4CC5-8A4E-308D671530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vert="horz" wrap="square" lIns="0" tIns="0" rIns="0" bIns="0" anchor="b">
            <a:norm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33FC46C4-6822-48A3-BFB2-2475B7CC70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5960" y="1301750"/>
            <a:ext cx="5323840" cy="487585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D2A4E850-AB8C-441C-8C6E-D221CF131E6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301750"/>
            <a:ext cx="5323840" cy="487585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AD38635F-96A5-4EEB-9783-46CA8C0363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6E763A6C-732F-4CC8-9431-5D7868124F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0FED4248-DD03-4942-8E54-4E7A8A0350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5EA8FBE-2EDA-4F5C-96E7-128407F86B7A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95960" y="1301750"/>
            <a:ext cx="5323840" cy="411303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E8FC66EF-63FE-4045-A3E8-83FF0DD5462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95960" y="1875099"/>
            <a:ext cx="5323840" cy="4300276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>
            <a:lvl1pPr>
              <a:buNone/>
              <a:defRPr sz="2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C894BBE7-3A2A-4C88-8F5B-FBAEEDFBA816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301750"/>
            <a:ext cx="5323840" cy="411303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A49DEF8A-92F4-494A-8CB3-7A99870A20A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1875099"/>
            <a:ext cx="5323840" cy="4300276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>
            <a:lvl1pPr>
              <a:buNone/>
              <a:defRPr sz="2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DA4FC9BE-2C92-4CC4-ABD4-B0533CA80B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861DC1AA-0B48-43FF-BF84-75E79C340F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8F1674F2-F3C4-4B05-9AF7-87E736B303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标题 9">
            <a:extLst xmlns:a="http://schemas.openxmlformats.org/drawingml/2006/main">
              <a:ext uri="{FF2B5EF4-FFF2-40B4-BE49-F238E27FC236}">
                <a16:creationId xmlns:a16="http://schemas.microsoft.com/office/drawing/2014/main" id="{9BBE9012-D7F6-486E-A050-A46A8DC347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681F089-6ACD-4FC3-B3BD-D3E17396B5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3E5494A-7362-421C-9030-622A37303B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5DD4CDD4-AE33-4F4F-9D17-C73B28C87C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EA03F926-58A2-4D74-A705-3B22A91C5C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D559ABE7-932D-4200-B858-C145DB79C0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BE653515-8FA7-4D31-B461-2E22A8AD1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D875ECF5-787B-4E48-BB4D-88E1CEC0A9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1">
            <a:extLst xmlns:a="http://schemas.openxmlformats.org/drawingml/2006/main">
              <a:ext uri="{FF2B5EF4-FFF2-40B4-BE49-F238E27FC236}">
                <a16:creationId xmlns:a16="http://schemas.microsoft.com/office/drawing/2014/main" id="{36D50F8A-D240-4971-AC48-2481140451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5960" y="360045"/>
            <a:ext cx="10801985" cy="581787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</a:t>
            </a: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32466200-9993-481E-BB78-7DC53FD9A0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EF5D776-CA4C-4C9E-9252-72DC58F440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7933349-BA33-4CD6-A681-5CD3B95251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61CBA4A-32FE-4A70-A6C4-CB1E7BA3169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95960" y="1301750"/>
            <a:ext cx="10799088" cy="405553"/>
          </a:xfrm>
        </p:spPr>
        <p:txBody>
          <a:bodyPr xmlns:a="http://schemas.openxmlformats.org/drawingml/2006/main" wrap="square" anchor="t">
            <a:normAutofit/>
          </a:bodyPr>
          <a:lstStyle xmlns:a="http://schemas.openxmlformats.org/drawingml/2006/main"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r>
              <a:t>单击此处编辑副标题</a:t>
            </a:r>
            <a:endParaRPr/>
          </a:p>
        </p:txBody>
      </p:sp>
      <p:sp>
        <p:nvSpPr>
          <p:cNvPr id="7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8C29C6FF-B6D5-45B8-A064-17E494E8AB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66523886-2F4F-4AF8-B91F-2BB93EA8BB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902DF2E-767C-4E79-B3C0-A9B7F54184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00DA3DBF-3E0F-4223-8BB4-7D6A3F195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Sp="0" preserve="1" userDrawn="1">
  <p:cSld name="封面页_1_4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图片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14a7137ab4d94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33" name="任意多边形: 形状 32">
            <a:extLst xmlns:a="http://schemas.openxmlformats.org/drawingml/2006/main">
              <a:ext uri="{FF2B5EF4-FFF2-40B4-BE49-F238E27FC236}">
                <a16:creationId xmlns:a16="http://schemas.microsoft.com/office/drawing/2014/main" id="{FA524405-3756-4ACF-9352-869B4DC3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任意多边形: 形状 34">
            <a:extLst xmlns:a="http://schemas.openxmlformats.org/drawingml/2006/main">
              <a:ext uri="{FF2B5EF4-FFF2-40B4-BE49-F238E27FC236}">
                <a16:creationId xmlns:a16="http://schemas.microsoft.com/office/drawing/2014/main" id="{1B3542EB-6FEC-4D88-AB8B-0F3211C6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4D0693E-548D-4255-A81A-773BCB422564}"/>
              </a:ext>
            </a:extLst>
          </p:cNvPr>
          <p:cNvSpPr>
            <a:spLocks xmlns:a="http://schemas.openxmlformats.org/drawingml/2006/main" noGrp="1"/>
          </p:cNvSpPr>
          <p:nvPr>
            <p:ph type="dt" idx="16385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5CAF2DA-0419-42D9-84B8-03FBFCEB3601}"/>
              </a:ext>
            </a:extLst>
          </p:cNvPr>
          <p:cNvSpPr>
            <a:spLocks xmlns:a="http://schemas.openxmlformats.org/drawingml/2006/main" noGrp="1"/>
          </p:cNvSpPr>
          <p:nvPr>
            <p:ph type="ftr" idx="16386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6ED4476-E01A-42B1-A559-D8CED1A39A57}"/>
              </a:ext>
            </a:extLst>
          </p:cNvPr>
          <p:cNvSpPr>
            <a:spLocks xmlns:a="http://schemas.openxmlformats.org/drawingml/2006/main" noGrp="1"/>
          </p:cNvSpPr>
          <p:nvPr>
            <p:ph type="sldNum" idx="16387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Placeholder 11">
            <a:extLst xmlns:a="http://schemas.openxmlformats.org/drawingml/2006/main">
              <a:ext uri="{FF2B5EF4-FFF2-40B4-BE49-F238E27FC236}">
                <a16:creationId xmlns:a16="http://schemas.microsoft.com/office/drawing/2014/main" id="{26C4C14F-C746-41B5-B81D-DD1BA3D61039}"/>
              </a:ext>
            </a:extLst>
          </p:cNvPr>
          <p:cNvSpPr>
            <a:spLocks xmlns:a="http://schemas.openxmlformats.org/drawingml/2006/main" noGrp="1"/>
          </p:cNvSpPr>
          <p:nvPr>
            <p:ph type="body" idx="16389" hasCustomPrompt="1"/>
          </p:nvPr>
        </p:nvSpPr>
        <p:spPr>
          <a:xfrm xmlns:a="http://schemas.openxmlformats.org/drawingml/2006/main">
            <a:off x="2145771" y="1981200"/>
            <a:ext cx="787505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20XX YEAR</a:t>
            </a: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3247B335-B314-4F11-9E70-305E87C56793}"/>
              </a:ext>
            </a:extLst>
          </p:cNvPr>
          <p:cNvSpPr>
            <a:spLocks xmlns:a="http://schemas.openxmlformats.org/drawingml/2006/main" noGrp="1"/>
          </p:cNvSpPr>
          <p:nvPr>
            <p:ph type="ctrTitle" idx="16388" hasCustomPrompt="1"/>
          </p:nvPr>
        </p:nvSpPr>
        <p:spPr>
          <a:xfrm xmlns:a="http://schemas.openxmlformats.org/drawingml/2006/main">
            <a:off x="1903677" y="2489200"/>
            <a:ext cx="8384646" cy="18796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000" spc="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r>
              <a:t>单击此处添加文档标题</a:t>
            </a:r>
            <a:endParaRPr/>
          </a:p>
        </p:txBody>
      </p:sp>
      <p:sp>
        <p:nvSpPr>
          <p:cNvPr id="24" name="署名占位符 10">
            <a:extLst xmlns:a="http://schemas.openxmlformats.org/drawingml/2006/main">
              <a:ext uri="{FF2B5EF4-FFF2-40B4-BE49-F238E27FC236}">
                <a16:creationId xmlns:a16="http://schemas.microsoft.com/office/drawing/2014/main" id="{B6EAE8FD-7B3A-4436-B4A5-8D17B5CA6057}"/>
              </a:ext>
            </a:extLst>
          </p:cNvPr>
          <p:cNvSpPr>
            <a:spLocks xmlns:a="http://schemas.openxmlformats.org/drawingml/2006/main" noGrp="1"/>
          </p:cNvSpPr>
          <p:nvPr>
            <p:ph type="body" idx="16390" hasCustomPrompt="1"/>
          </p:nvPr>
        </p:nvSpPr>
        <p:spPr>
          <a:xfrm xmlns:a="http://schemas.openxmlformats.org/drawingml/2006/main">
            <a:off x="4812859" y="4419600"/>
            <a:ext cx="2540882" cy="533400"/>
          </a:xfrm>
        </p:spPr>
        <p:txBody>
          <a:bodyPr xmlns:a="http://schemas.openxmlformats.org/drawingml/2006/main" vert="horz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2000" b="0" spc="0">
                <a:solidFill>
                  <a:srgbClr val="FFFFFF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BY WPS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0" preserve="1" userDrawn="1">
  <p:cSld name="章节页_1_4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ebc581f99241c7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9" name="任意多边形: 形状 8">
            <a:extLst xmlns:a="http://schemas.openxmlformats.org/drawingml/2006/main">
              <a:ext uri="{FF2B5EF4-FFF2-40B4-BE49-F238E27FC236}">
                <a16:creationId xmlns:a16="http://schemas.microsoft.com/office/drawing/2014/main" id="{197BFD17-133C-4AAD-A7F8-C875513F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任意多边形: 形状 9">
            <a:extLst xmlns:a="http://schemas.openxmlformats.org/drawingml/2006/main">
              <a:ext uri="{FF2B5EF4-FFF2-40B4-BE49-F238E27FC236}">
                <a16:creationId xmlns:a16="http://schemas.microsoft.com/office/drawing/2014/main" id="{15F5C46D-B77F-4A85-A78F-904A585C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FA620628-15D9-4237-9782-A8C17FAC56CF}"/>
              </a:ext>
            </a:extLst>
          </p:cNvPr>
          <p:cNvSpPr>
            <a:spLocks xmlns:a="http://schemas.openxmlformats.org/drawingml/2006/main" noGrp="1"/>
          </p:cNvSpPr>
          <p:nvPr>
            <p:ph type="dt" idx="16385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6C8A8CF0-A843-463B-868A-D910BBF6FC21}"/>
              </a:ext>
            </a:extLst>
          </p:cNvPr>
          <p:cNvSpPr>
            <a:spLocks xmlns:a="http://schemas.openxmlformats.org/drawingml/2006/main" noGrp="1"/>
          </p:cNvSpPr>
          <p:nvPr>
            <p:ph type="ftr" idx="1638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DA961413-5BDD-475C-8BCC-EF5802927400}"/>
              </a:ext>
            </a:extLst>
          </p:cNvPr>
          <p:cNvSpPr>
            <a:spLocks xmlns:a="http://schemas.openxmlformats.org/drawingml/2006/main" noGrp="1"/>
          </p:cNvSpPr>
          <p:nvPr>
            <p:ph type="sldNum" idx="16387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E5916B6A-60F0-4CB9-B9A1-E8957D80DC0F}"/>
              </a:ext>
            </a:extLst>
          </p:cNvPr>
          <p:cNvSpPr>
            <a:spLocks xmlns:a="http://schemas.openxmlformats.org/drawingml/2006/main" noGrp="1"/>
          </p:cNvSpPr>
          <p:nvPr>
            <p:ph type="title" idx="16388" hasCustomPrompt="1"/>
          </p:nvPr>
        </p:nvSpPr>
        <p:spPr>
          <a:xfrm xmlns:a="http://schemas.openxmlformats.org/drawingml/2006/main">
            <a:off x="1903942" y="3530600"/>
            <a:ext cx="8384117" cy="15240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单击此处添加章节标题</a:t>
            </a:r>
            <a:endParaRPr/>
          </a:p>
        </p:txBody>
      </p:sp>
      <p:sp>
        <p:nvSpPr>
          <p:cNvPr id="11" name="节编号 3">
            <a:extLst xmlns:a="http://schemas.openxmlformats.org/drawingml/2006/main">
              <a:ext uri="{FF2B5EF4-FFF2-40B4-BE49-F238E27FC236}">
                <a16:creationId xmlns:a16="http://schemas.microsoft.com/office/drawing/2014/main" id="{FA366FD4-BE76-4078-BB2E-644C5A4E8C2B}"/>
              </a:ext>
            </a:extLst>
          </p:cNvPr>
          <p:cNvSpPr>
            <a:spLocks xmlns:a="http://schemas.openxmlformats.org/drawingml/2006/main" noGrp="1"/>
          </p:cNvSpPr>
          <p:nvPr>
            <p:ph type="body" idx="16389" hasCustomPrompt="1"/>
          </p:nvPr>
        </p:nvSpPr>
        <p:spPr>
          <a:xfrm xmlns:a="http://schemas.openxmlformats.org/drawingml/2006/main">
            <a:off x="5332413" y="1905000"/>
            <a:ext cx="1527175" cy="1524000"/>
          </a:xfrm>
        </p:spPr>
        <p:txBody>
          <a:bodyPr xmlns:a="http://schemas.openxmlformats.org/drawingml/2006/main" vert="horz" wrap="non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1" spc="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Sp="0" preserve="1" userDrawn="1">
  <p:cSld name="结束页_1_4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4c721b1084ccd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8" name="任意多边形: 形状 7">
            <a:extLst xmlns:a="http://schemas.openxmlformats.org/drawingml/2006/main">
              <a:ext uri="{FF2B5EF4-FFF2-40B4-BE49-F238E27FC236}">
                <a16:creationId xmlns:a16="http://schemas.microsoft.com/office/drawing/2014/main" id="{5D209AA9-FBCD-4007-AFB5-6CE5EB46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任意多边形: 形状 8">
            <a:extLst xmlns:a="http://schemas.openxmlformats.org/drawingml/2006/main">
              <a:ext uri="{FF2B5EF4-FFF2-40B4-BE49-F238E27FC236}">
                <a16:creationId xmlns:a16="http://schemas.microsoft.com/office/drawing/2014/main" id="{23F2A01A-26F3-4BBB-B5CC-A57007EA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D51877C-FC13-4B3F-B495-C22A2C74F449}"/>
              </a:ext>
            </a:extLst>
          </p:cNvPr>
          <p:cNvSpPr>
            <a:spLocks xmlns:a="http://schemas.openxmlformats.org/drawingml/2006/main" noGrp="1"/>
          </p:cNvSpPr>
          <p:nvPr>
            <p:ph type="dt" idx="16385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670B961-7145-4272-B3DB-9A2663190119}"/>
              </a:ext>
            </a:extLst>
          </p:cNvPr>
          <p:cNvSpPr>
            <a:spLocks xmlns:a="http://schemas.openxmlformats.org/drawingml/2006/main" noGrp="1"/>
          </p:cNvSpPr>
          <p:nvPr>
            <p:ph type="ftr" idx="1638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3605834-A861-4A04-9D85-B39172339F31}"/>
              </a:ext>
            </a:extLst>
          </p:cNvPr>
          <p:cNvSpPr>
            <a:spLocks xmlns:a="http://schemas.openxmlformats.org/drawingml/2006/main" noGrp="1"/>
          </p:cNvSpPr>
          <p:nvPr>
            <p:ph type="sldNum" idx="16387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副标题 2">
            <a:extLst xmlns:a="http://schemas.openxmlformats.org/drawingml/2006/main">
              <a:ext uri="{FF2B5EF4-FFF2-40B4-BE49-F238E27FC236}">
                <a16:creationId xmlns:a16="http://schemas.microsoft.com/office/drawing/2014/main" id="{A52889BB-976E-4FD8-A06A-FDDD20D57F4D}"/>
              </a:ext>
            </a:extLst>
          </p:cNvPr>
          <p:cNvSpPr>
            <a:spLocks xmlns:a="http://schemas.openxmlformats.org/drawingml/2006/main" noGrp="1"/>
          </p:cNvSpPr>
          <p:nvPr>
            <p:ph type="body" idx="16389" hasCustomPrompt="1"/>
          </p:nvPr>
        </p:nvSpPr>
        <p:spPr>
          <a:xfrm xmlns:a="http://schemas.openxmlformats.org/drawingml/2006/main">
            <a:off x="3364971" y="2667000"/>
            <a:ext cx="5449358" cy="4572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u="none" kern="1200" cap="none" spc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THE END</a:t>
            </a: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C988E0F6-D44D-4E6E-88AA-582F2D10A383}"/>
              </a:ext>
            </a:extLst>
          </p:cNvPr>
          <p:cNvSpPr>
            <a:spLocks xmlns:a="http://schemas.openxmlformats.org/drawingml/2006/main" noGrp="1"/>
          </p:cNvSpPr>
          <p:nvPr>
            <p:ph type="ctrTitle" idx="16388" hasCustomPrompt="1"/>
          </p:nvPr>
        </p:nvSpPr>
        <p:spPr>
          <a:xfrm xmlns:a="http://schemas.openxmlformats.org/drawingml/2006/main">
            <a:off x="3364089" y="3175000"/>
            <a:ext cx="5451122" cy="1016000"/>
          </a:xfrm>
        </p:spPr>
        <p:txBody>
          <a:bodyPr xmlns:a="http://schemas.openxmlformats.org/drawingml/2006/main" vert="horz" wrap="square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spc="0">
                <a:gradFill>
                  <a:gsLst>
                    <a:gs pos="0">
                      <a:schemeClr val="accent1"/>
                    </a:gs>
                    <a:gs pos="100000">
                      <a:schemeClr val="accent2">
                        <a:lumMod val="60000"/>
                        <a:lumOff val="40000"/>
                      </a:schemeClr>
                    </a:gs>
                  </a:gsLst>
                  <a:lin ang="13500000" scaled="1"/>
                </a:gradFill>
              </a:defRPr>
            </a:lvl1pPr>
          </a:lstStyle>
          <a:p xmlns:a="http://schemas.openxmlformats.org/drawingml/2006/main">
            <a:r>
              <a:t>谢谢观看</a:t>
            </a: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目录页-1-5-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0E6B409-316E-4EB0-ABC3-0DBCD3A356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832EB54F-2143-403F-83C7-48B1DF50C2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50F843B-06E4-49DB-A651-927B7907FE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ubtitle 10">
            <a:extLst xmlns:a="http://schemas.openxmlformats.org/drawingml/2006/main">
              <a:ext uri="{FF2B5EF4-FFF2-40B4-BE49-F238E27FC236}">
                <a16:creationId xmlns:a16="http://schemas.microsoft.com/office/drawing/2014/main" id="{52859DA5-125E-428C-9C46-38EE55B531D3}"/>
              </a:ext>
            </a:extLst>
          </p:cNvPr>
          <p:cNvSpPr>
            <a:spLocks xmlns:a="http://schemas.openxmlformats.org/drawingml/2006/main" noGrp="1"/>
          </p:cNvSpPr>
          <p:nvPr>
            <p:ph type="subTitle" idx="17826305" hasCustomPrompt="1"/>
          </p:nvPr>
        </p:nvSpPr>
        <p:spPr>
          <a:xfrm xmlns:a="http://schemas.openxmlformats.org/drawingml/2006/main">
            <a:off x="761471" y="2667000"/>
            <a:ext cx="236325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CONTENTS</a:t>
            </a:r>
            <a:endParaRPr/>
          </a:p>
        </p:txBody>
      </p:sp>
      <p:sp>
        <p:nvSpPr>
          <p:cNvPr id="12" name="Title 11">
            <a:extLst xmlns:a="http://schemas.openxmlformats.org/drawingml/2006/main">
              <a:ext uri="{FF2B5EF4-FFF2-40B4-BE49-F238E27FC236}">
                <a16:creationId xmlns:a16="http://schemas.microsoft.com/office/drawing/2014/main" id="{87101B69-1948-4DF0-B1AA-1589769D67F3}"/>
              </a:ext>
            </a:extLst>
          </p:cNvPr>
          <p:cNvSpPr>
            <a:spLocks xmlns:a="http://schemas.openxmlformats.org/drawingml/2006/main" noGrp="1"/>
          </p:cNvSpPr>
          <p:nvPr>
            <p:ph type="ctrTitle" idx="17826049" hasCustomPrompt="1"/>
          </p:nvPr>
        </p:nvSpPr>
        <p:spPr>
          <a:xfrm xmlns:a="http://schemas.openxmlformats.org/drawingml/2006/main">
            <a:off x="760942" y="3175000"/>
            <a:ext cx="2364317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目录</a:t>
            </a:r>
            <a:endParaRPr/>
          </a:p>
        </p:txBody>
      </p:sp>
      <p:sp>
        <p:nvSpPr>
          <p:cNvPr id="13" name="Text Placeholder 12">
            <a:extLst xmlns:a="http://schemas.openxmlformats.org/drawingml/2006/main">
              <a:ext uri="{FF2B5EF4-FFF2-40B4-BE49-F238E27FC236}">
                <a16:creationId xmlns:a16="http://schemas.microsoft.com/office/drawing/2014/main" id="{3F1391B3-B794-4710-87DB-11ED7710AE38}"/>
              </a:ext>
            </a:extLst>
          </p:cNvPr>
          <p:cNvSpPr>
            <a:spLocks xmlns:a="http://schemas.openxmlformats.org/drawingml/2006/main" noGrp="1"/>
          </p:cNvSpPr>
          <p:nvPr>
            <p:ph type="body" idx="319883777" hasCustomPrompt="1"/>
          </p:nvPr>
        </p:nvSpPr>
        <p:spPr>
          <a:xfrm xmlns:a="http://schemas.openxmlformats.org/drawingml/2006/main">
            <a:off x="4070350" y="22860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  <a:endParaRPr/>
          </a:p>
        </p:txBody>
      </p:sp>
      <p:sp>
        <p:nvSpPr>
          <p:cNvPr id="14" name="装饰  3">
            <a:extLst xmlns:a="http://schemas.openxmlformats.org/drawingml/2006/main">
              <a:ext uri="{FF2B5EF4-FFF2-40B4-BE49-F238E27FC236}">
                <a16:creationId xmlns:a16="http://schemas.microsoft.com/office/drawing/2014/main" id="{90DD77A6-C9C4-45DA-BCC9-AE58094D04EF}"/>
              </a:ext>
            </a:extLst>
          </p:cNvPr>
          <p:cNvSpPr>
            <a:spLocks xmlns:a="http://schemas.openxmlformats.org/drawingml/2006/main" noGrp="1"/>
          </p:cNvSpPr>
          <p:nvPr>
            <p:ph type="body" idx="319883522" hasCustomPrompt="1"/>
          </p:nvPr>
        </p:nvSpPr>
        <p:spPr>
          <a:xfrm xmlns:a="http://schemas.openxmlformats.org/drawingml/2006/main">
            <a:off x="4851400" y="22098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15" name="Text Placeholder 14">
            <a:extLst xmlns:a="http://schemas.openxmlformats.org/drawingml/2006/main">
              <a:ext uri="{FF2B5EF4-FFF2-40B4-BE49-F238E27FC236}">
                <a16:creationId xmlns:a16="http://schemas.microsoft.com/office/drawing/2014/main" id="{F65E9DBD-F259-4590-939F-DEF0379BEE14}"/>
              </a:ext>
            </a:extLst>
          </p:cNvPr>
          <p:cNvSpPr>
            <a:spLocks xmlns:a="http://schemas.openxmlformats.org/drawingml/2006/main" noGrp="1"/>
          </p:cNvSpPr>
          <p:nvPr>
            <p:ph type="body" idx="51446017" hasCustomPrompt="1"/>
          </p:nvPr>
        </p:nvSpPr>
        <p:spPr>
          <a:xfrm xmlns:a="http://schemas.openxmlformats.org/drawingml/2006/main">
            <a:off x="5080000" y="21336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  <p:sp>
        <p:nvSpPr>
          <p:cNvPr id="16" name="Text Placeholder 15">
            <a:extLst xmlns:a="http://schemas.openxmlformats.org/drawingml/2006/main">
              <a:ext uri="{FF2B5EF4-FFF2-40B4-BE49-F238E27FC236}">
                <a16:creationId xmlns:a16="http://schemas.microsoft.com/office/drawing/2014/main" id="{59CBB0DD-0F9D-4E2B-8F93-98B645FAC509}"/>
              </a:ext>
            </a:extLst>
          </p:cNvPr>
          <p:cNvSpPr>
            <a:spLocks xmlns:a="http://schemas.openxmlformats.org/drawingml/2006/main" noGrp="1"/>
          </p:cNvSpPr>
          <p:nvPr>
            <p:ph type="body" idx="319949313" hasCustomPrompt="1"/>
          </p:nvPr>
        </p:nvSpPr>
        <p:spPr>
          <a:xfrm xmlns:a="http://schemas.openxmlformats.org/drawingml/2006/main">
            <a:off x="7994650" y="22860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  <a:endParaRPr/>
          </a:p>
        </p:txBody>
      </p:sp>
      <p:sp>
        <p:nvSpPr>
          <p:cNvPr id="17" name="装饰  6">
            <a:extLst xmlns:a="http://schemas.openxmlformats.org/drawingml/2006/main">
              <a:ext uri="{FF2B5EF4-FFF2-40B4-BE49-F238E27FC236}">
                <a16:creationId xmlns:a16="http://schemas.microsoft.com/office/drawing/2014/main" id="{7AADB508-D170-482A-99A2-25E1209D696A}"/>
              </a:ext>
            </a:extLst>
          </p:cNvPr>
          <p:cNvSpPr>
            <a:spLocks xmlns:a="http://schemas.openxmlformats.org/drawingml/2006/main" noGrp="1"/>
          </p:cNvSpPr>
          <p:nvPr>
            <p:ph type="body" idx="319949058" hasCustomPrompt="1"/>
          </p:nvPr>
        </p:nvSpPr>
        <p:spPr>
          <a:xfrm xmlns:a="http://schemas.openxmlformats.org/drawingml/2006/main">
            <a:off x="8775700" y="22098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18" name="Text Placeholder 17">
            <a:extLst xmlns:a="http://schemas.openxmlformats.org/drawingml/2006/main">
              <a:ext uri="{FF2B5EF4-FFF2-40B4-BE49-F238E27FC236}">
                <a16:creationId xmlns:a16="http://schemas.microsoft.com/office/drawing/2014/main" id="{4C5A40BE-1D77-4C2E-A92B-784F936380F2}"/>
              </a:ext>
            </a:extLst>
          </p:cNvPr>
          <p:cNvSpPr>
            <a:spLocks xmlns:a="http://schemas.openxmlformats.org/drawingml/2006/main" noGrp="1"/>
          </p:cNvSpPr>
          <p:nvPr>
            <p:ph type="body" idx="51511553" hasCustomPrompt="1"/>
          </p:nvPr>
        </p:nvSpPr>
        <p:spPr>
          <a:xfrm xmlns:a="http://schemas.openxmlformats.org/drawingml/2006/main">
            <a:off x="9004300" y="21336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7195FE78-5BE2-4C07-8A0B-9496DF4E0EED}"/>
              </a:ext>
            </a:extLst>
          </p:cNvPr>
          <p:cNvSpPr>
            <a:spLocks xmlns:a="http://schemas.openxmlformats.org/drawingml/2006/main" noGrp="1"/>
          </p:cNvSpPr>
          <p:nvPr>
            <p:ph type="body" idx="320014849" hasCustomPrompt="1"/>
          </p:nvPr>
        </p:nvSpPr>
        <p:spPr>
          <a:xfrm xmlns:a="http://schemas.openxmlformats.org/drawingml/2006/main">
            <a:off x="4070350" y="39624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  <a:endParaRPr/>
          </a:p>
        </p:txBody>
      </p:sp>
      <p:sp>
        <p:nvSpPr>
          <p:cNvPr id="20" name="装饰  9">
            <a:extLst xmlns:a="http://schemas.openxmlformats.org/drawingml/2006/main">
              <a:ext uri="{FF2B5EF4-FFF2-40B4-BE49-F238E27FC236}">
                <a16:creationId xmlns:a16="http://schemas.microsoft.com/office/drawing/2014/main" id="{159EE5C3-DF32-4EAE-93F2-57FF02500F9C}"/>
              </a:ext>
            </a:extLst>
          </p:cNvPr>
          <p:cNvSpPr>
            <a:spLocks xmlns:a="http://schemas.openxmlformats.org/drawingml/2006/main" noGrp="1"/>
          </p:cNvSpPr>
          <p:nvPr>
            <p:ph type="body" idx="320014594" hasCustomPrompt="1"/>
          </p:nvPr>
        </p:nvSpPr>
        <p:spPr>
          <a:xfrm xmlns:a="http://schemas.openxmlformats.org/drawingml/2006/main">
            <a:off x="4851400" y="38862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21" name="Text Placeholder 20">
            <a:extLst xmlns:a="http://schemas.openxmlformats.org/drawingml/2006/main">
              <a:ext uri="{FF2B5EF4-FFF2-40B4-BE49-F238E27FC236}">
                <a16:creationId xmlns:a16="http://schemas.microsoft.com/office/drawing/2014/main" id="{A39F8104-C89E-4BF0-A115-D1D5C1AC448F}"/>
              </a:ext>
            </a:extLst>
          </p:cNvPr>
          <p:cNvSpPr>
            <a:spLocks xmlns:a="http://schemas.openxmlformats.org/drawingml/2006/main" noGrp="1"/>
          </p:cNvSpPr>
          <p:nvPr>
            <p:ph type="body" idx="51577089" hasCustomPrompt="1"/>
          </p:nvPr>
        </p:nvSpPr>
        <p:spPr>
          <a:xfrm xmlns:a="http://schemas.openxmlformats.org/drawingml/2006/main">
            <a:off x="5080000" y="38100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  <p:sp>
        <p:nvSpPr>
          <p:cNvPr id="22" name="Text Placeholder 21">
            <a:extLst xmlns:a="http://schemas.openxmlformats.org/drawingml/2006/main">
              <a:ext uri="{FF2B5EF4-FFF2-40B4-BE49-F238E27FC236}">
                <a16:creationId xmlns:a16="http://schemas.microsoft.com/office/drawing/2014/main" id="{0E113576-8198-4F97-8636-F1984DD4F1DA}"/>
              </a:ext>
            </a:extLst>
          </p:cNvPr>
          <p:cNvSpPr>
            <a:spLocks xmlns:a="http://schemas.openxmlformats.org/drawingml/2006/main" noGrp="1"/>
          </p:cNvSpPr>
          <p:nvPr>
            <p:ph type="body" idx="320080385" hasCustomPrompt="1"/>
          </p:nvPr>
        </p:nvSpPr>
        <p:spPr>
          <a:xfrm xmlns:a="http://schemas.openxmlformats.org/drawingml/2006/main">
            <a:off x="7994650" y="3962400"/>
            <a:ext cx="5969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  <a:endParaRPr/>
          </a:p>
        </p:txBody>
      </p:sp>
      <p:sp>
        <p:nvSpPr>
          <p:cNvPr id="23" name="装饰  2">
            <a:extLst xmlns:a="http://schemas.openxmlformats.org/drawingml/2006/main">
              <a:ext uri="{FF2B5EF4-FFF2-40B4-BE49-F238E27FC236}">
                <a16:creationId xmlns:a16="http://schemas.microsoft.com/office/drawing/2014/main" id="{C02537D4-A632-4793-B8EF-0C81AC10E897}"/>
              </a:ext>
            </a:extLst>
          </p:cNvPr>
          <p:cNvSpPr>
            <a:spLocks xmlns:a="http://schemas.openxmlformats.org/drawingml/2006/main" noGrp="1"/>
          </p:cNvSpPr>
          <p:nvPr>
            <p:ph type="body" idx="320080130" hasCustomPrompt="1"/>
          </p:nvPr>
        </p:nvSpPr>
        <p:spPr>
          <a:xfrm xmlns:a="http://schemas.openxmlformats.org/drawingml/2006/main">
            <a:off x="8775700" y="3886200"/>
            <a:ext cx="25400" cy="762000"/>
          </a:xfrm>
          <a:custGeom xmlns:a="http://schemas.openxmlformats.org/drawingml/2006/main"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 xmlns:a="http://schemas.openxmlformats.org/drawingml/2006/main">
            <a:schemeClr val="accent1">
              <a:alpha val="50000"/>
            </a:schemeClr>
          </a:solidFill>
          <a:ln xmlns:a="http://schemas.openxmlformats.org/drawingml/2006/main">
            <a:solidFill>
              <a:prstClr val="black">
                <a:alpha val="0"/>
              </a:prstClr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 </a:t>
            </a:r>
            <a:endParaRPr/>
          </a:p>
        </p:txBody>
      </p:sp>
      <p:sp>
        <p:nvSpPr>
          <p:cNvPr id="24" name="Text Placeholder 23">
            <a:extLst xmlns:a="http://schemas.openxmlformats.org/drawingml/2006/main">
              <a:ext uri="{FF2B5EF4-FFF2-40B4-BE49-F238E27FC236}">
                <a16:creationId xmlns:a16="http://schemas.microsoft.com/office/drawing/2014/main" id="{3F4482C2-1146-4D62-9B31-6E27D582E371}"/>
              </a:ext>
            </a:extLst>
          </p:cNvPr>
          <p:cNvSpPr>
            <a:spLocks xmlns:a="http://schemas.openxmlformats.org/drawingml/2006/main" noGrp="1"/>
          </p:cNvSpPr>
          <p:nvPr>
            <p:ph type="body" idx="51642625" hasCustomPrompt="1"/>
          </p:nvPr>
        </p:nvSpPr>
        <p:spPr>
          <a:xfrm xmlns:a="http://schemas.openxmlformats.org/drawingml/2006/main">
            <a:off x="9004300" y="3810000"/>
            <a:ext cx="23241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单击此处添加项标题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dc8d2b7ee1bd4315" /><Relationship Type="http://schemas.openxmlformats.org/officeDocument/2006/relationships/theme" Target="/ppt/slideMasters/theme/theme2.xml" Id="Ra18845ff3a0b40d2" /><Relationship Type="http://schemas.openxmlformats.org/officeDocument/2006/relationships/slideLayout" Target="/ppt/slideLayouts/slideLayout1.xml" Id="R662e6dd1b31a4abd" /><Relationship Type="http://schemas.openxmlformats.org/officeDocument/2006/relationships/slideLayout" Target="/ppt/slideLayouts/slideLayout2.xml" Id="Re3bc4f0098f04aca" /><Relationship Type="http://schemas.openxmlformats.org/officeDocument/2006/relationships/slideLayout" Target="/ppt/slideLayouts/slideLayout3.xml" Id="R77f7a3b519424641" /><Relationship Type="http://schemas.openxmlformats.org/officeDocument/2006/relationships/slideLayout" Target="/ppt/slideLayouts/slideLayout4.xml" Id="Rdaea97d3c617419c" /><Relationship Type="http://schemas.openxmlformats.org/officeDocument/2006/relationships/slideLayout" Target="/ppt/slideLayouts/slideLayout5.xml" Id="Rad0b9628890c413e" /><Relationship Type="http://schemas.openxmlformats.org/officeDocument/2006/relationships/slideLayout" Target="/ppt/slideLayouts/slideLayout6.xml" Id="R71379b158ce14d99" /><Relationship Type="http://schemas.openxmlformats.org/officeDocument/2006/relationships/slideLayout" Target="/ppt/slideLayouts/slideLayout7.xml" Id="R5a779aef14c44c65" /><Relationship Type="http://schemas.openxmlformats.org/officeDocument/2006/relationships/slideLayout" Target="/ppt/slideLayouts/slideLayout8.xml" Id="R5c47721a7b984ae5" /><Relationship Type="http://schemas.openxmlformats.org/officeDocument/2006/relationships/slideLayout" Target="/ppt/slideLayouts/slideLayout9.xml" Id="R5940ae96ca5f468a" /><Relationship Type="http://schemas.openxmlformats.org/officeDocument/2006/relationships/slideLayout" Target="/ppt/slideLayouts/slideLayout10.xml" Id="R5557a66940cc4ae9" /><Relationship Type="http://schemas.openxmlformats.org/officeDocument/2006/relationships/slideLayout" Target="/ppt/slideLayouts/slideLayout11.xml" Id="R7f799fbbce644d92" /><Relationship Type="http://schemas.openxmlformats.org/officeDocument/2006/relationships/slideLayout" Target="/ppt/slideLayouts/slideLayout12.xml" Id="Rd8b23c30c85e415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图片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d2b7ee1bd4315"/>
          <a:srcRect xmlns:a="http://schemas.openxmlformats.org/drawingml/2006/main" l="0" t="0" r="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</p:spPr>
      </p:pic>
      <p:sp>
        <p:nvSpPr>
          <p:cNvPr id="33" name="任意多边形: 形状 32">
            <a:extLst xmlns:a="http://schemas.openxmlformats.org/drawingml/2006/main">
              <a:ext uri="{FF2B5EF4-FFF2-40B4-BE49-F238E27FC236}">
                <a16:creationId xmlns:a16="http://schemas.microsoft.com/office/drawing/2014/main" id="{0813DAE9-F549-46FB-95A7-56A6C30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886" y="5771250"/>
            <a:ext cx="1407114" cy="1086751"/>
          </a:xfrm>
          <a:custGeom xmlns:a="http://schemas.openxmlformats.org/drawingml/2006/main">
            <a:gdLst>
              <a:gd name="connsiteX0" fmla="*/ 1407114 w 1407114"/>
              <a:gd name="connsiteY0" fmla="*/ 0 h 1086751"/>
              <a:gd name="connsiteX1" fmla="*/ 1407114 w 1407114"/>
              <a:gd name="connsiteY1" fmla="*/ 70608 h 1086751"/>
              <a:gd name="connsiteX2" fmla="*/ 1226839 w 1407114"/>
              <a:gd name="connsiteY2" fmla="*/ 109175 h 1086751"/>
              <a:gd name="connsiteX3" fmla="*/ 133132 w 1407114"/>
              <a:gd name="connsiteY3" fmla="*/ 925835 h 1086751"/>
              <a:gd name="connsiteX4" fmla="*/ 71494 w 1407114"/>
              <a:gd name="connsiteY4" fmla="*/ 1086751 h 1086751"/>
              <a:gd name="connsiteX5" fmla="*/ 0 w 1407114"/>
              <a:gd name="connsiteY5" fmla="*/ 1086751 h 1086751"/>
              <a:gd name="connsiteX6" fmla="*/ 23802 w 1407114"/>
              <a:gd name="connsiteY6" fmla="*/ 1014434 h 1086751"/>
              <a:gd name="connsiteX7" fmla="*/ 1215693 w 1407114"/>
              <a:gd name="connsiteY7" fmla="*/ 40251 h 1086751"/>
            </a:gdLst>
            <a:rect l="l" t="t" r="r" b="b"/>
            <a:pathLst>
              <a:path w="1407114" h="1086751">
                <a:moveTo>
                  <a:pt x="1407114" y="0"/>
                </a:moveTo>
                <a:lnTo>
                  <a:pt x="1407114" y="70608"/>
                </a:lnTo>
                <a:lnTo>
                  <a:pt x="1226839" y="109175"/>
                </a:lnTo>
                <a:cubicBezTo>
                  <a:pt x="794319" y="221663"/>
                  <a:pt x="354418" y="465257"/>
                  <a:pt x="133132" y="925835"/>
                </a:cubicBezTo>
                <a:lnTo>
                  <a:pt x="71494" y="1086751"/>
                </a:lnTo>
                <a:lnTo>
                  <a:pt x="0" y="1086751"/>
                </a:lnTo>
                <a:lnTo>
                  <a:pt x="23802" y="1014434"/>
                </a:lnTo>
                <a:cubicBezTo>
                  <a:pt x="235933" y="447183"/>
                  <a:pt x="728354" y="165077"/>
                  <a:pt x="1215693" y="40251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任意多边形: 形状 34">
            <a:extLst xmlns:a="http://schemas.openxmlformats.org/drawingml/2006/main">
              <a:ext uri="{FF2B5EF4-FFF2-40B4-BE49-F238E27FC236}">
                <a16:creationId xmlns:a16="http://schemas.microsoft.com/office/drawing/2014/main" id="{04E17D30-EFA4-4829-A3F3-303424F3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0"/>
            <a:ext cx="1190319" cy="2386280"/>
          </a:xfrm>
          <a:custGeom xmlns:a="http://schemas.openxmlformats.org/drawingml/2006/main">
            <a:gdLst>
              <a:gd name="connsiteX0" fmla="*/ 1120355 w 1190319"/>
              <a:gd name="connsiteY0" fmla="*/ 0 h 2386280"/>
              <a:gd name="connsiteX1" fmla="*/ 1190319 w 1190319"/>
              <a:gd name="connsiteY1" fmla="*/ 0 h 2386280"/>
              <a:gd name="connsiteX2" fmla="*/ 1180803 w 1190319"/>
              <a:gd name="connsiteY2" fmla="*/ 22701 h 2386280"/>
              <a:gd name="connsiteX3" fmla="*/ 1138519 w 1190319"/>
              <a:gd name="connsiteY3" fmla="*/ 145066 h 2386280"/>
              <a:gd name="connsiteX4" fmla="*/ 1069552 w 1190319"/>
              <a:gd name="connsiteY4" fmla="*/ 457488 h 2386280"/>
              <a:gd name="connsiteX5" fmla="*/ 1031785 w 1190319"/>
              <a:gd name="connsiteY5" fmla="*/ 733462 h 2386280"/>
              <a:gd name="connsiteX6" fmla="*/ 977596 w 1190319"/>
              <a:gd name="connsiteY6" fmla="*/ 1261109 h 2386280"/>
              <a:gd name="connsiteX7" fmla="*/ 893851 w 1190319"/>
              <a:gd name="connsiteY7" fmla="*/ 1564852 h 2386280"/>
              <a:gd name="connsiteX8" fmla="*/ 634404 w 1190319"/>
              <a:gd name="connsiteY8" fmla="*/ 1948439 h 2386280"/>
              <a:gd name="connsiteX9" fmla="*/ 263295 w 1190319"/>
              <a:gd name="connsiteY9" fmla="*/ 2245239 h 2386280"/>
              <a:gd name="connsiteX10" fmla="*/ 0 w 1190319"/>
              <a:gd name="connsiteY10" fmla="*/ 2386280 h 2386280"/>
              <a:gd name="connsiteX11" fmla="*/ 0 w 1190319"/>
              <a:gd name="connsiteY11" fmla="*/ 2302037 h 2386280"/>
              <a:gd name="connsiteX12" fmla="*/ 44283 w 1190319"/>
              <a:gd name="connsiteY12" fmla="*/ 2284075 h 2386280"/>
              <a:gd name="connsiteX13" fmla="*/ 209106 w 1190319"/>
              <a:gd name="connsiteY13" fmla="*/ 2198376 h 2386280"/>
              <a:gd name="connsiteX14" fmla="*/ 578573 w 1190319"/>
              <a:gd name="connsiteY14" fmla="*/ 1915460 h 2386280"/>
              <a:gd name="connsiteX15" fmla="*/ 839662 w 1190319"/>
              <a:gd name="connsiteY15" fmla="*/ 1519725 h 2386280"/>
              <a:gd name="connsiteX16" fmla="*/ 923409 w 1190319"/>
              <a:gd name="connsiteY16" fmla="*/ 1215981 h 2386280"/>
              <a:gd name="connsiteX17" fmla="*/ 969387 w 1190319"/>
              <a:gd name="connsiteY17" fmla="*/ 695277 h 2386280"/>
              <a:gd name="connsiteX18" fmla="*/ 1008796 w 1190319"/>
              <a:gd name="connsiteY18" fmla="*/ 408889 h 2386280"/>
              <a:gd name="connsiteX19" fmla="*/ 1085973 w 1190319"/>
              <a:gd name="connsiteY19" fmla="*/ 99938 h 2386280"/>
            </a:gdLst>
            <a:rect l="l" t="t" r="r" b="b"/>
            <a:pathLst>
              <a:path w="1190319" h="2386280">
                <a:moveTo>
                  <a:pt x="1120355" y="0"/>
                </a:moveTo>
                <a:lnTo>
                  <a:pt x="1190319" y="0"/>
                </a:lnTo>
                <a:lnTo>
                  <a:pt x="1180803" y="22701"/>
                </a:lnTo>
                <a:cubicBezTo>
                  <a:pt x="1166024" y="60886"/>
                  <a:pt x="1151656" y="101674"/>
                  <a:pt x="1138519" y="145066"/>
                </a:cubicBezTo>
                <a:cubicBezTo>
                  <a:pt x="1104037" y="261357"/>
                  <a:pt x="1082689" y="367233"/>
                  <a:pt x="1069552" y="457488"/>
                </a:cubicBezTo>
                <a:cubicBezTo>
                  <a:pt x="1059700" y="514767"/>
                  <a:pt x="1044922" y="611965"/>
                  <a:pt x="1031785" y="733462"/>
                </a:cubicBezTo>
                <a:cubicBezTo>
                  <a:pt x="1003869" y="985135"/>
                  <a:pt x="1012081" y="1082333"/>
                  <a:pt x="977596" y="1261109"/>
                </a:cubicBezTo>
                <a:cubicBezTo>
                  <a:pt x="964460" y="1330536"/>
                  <a:pt x="946535" y="1436412"/>
                  <a:pt x="893851" y="1564852"/>
                </a:cubicBezTo>
                <a:cubicBezTo>
                  <a:pt x="844589" y="1668993"/>
                  <a:pt x="762485" y="1807848"/>
                  <a:pt x="634404" y="1948439"/>
                </a:cubicBezTo>
                <a:cubicBezTo>
                  <a:pt x="499754" y="2095970"/>
                  <a:pt x="361820" y="2189697"/>
                  <a:pt x="263295" y="2245239"/>
                </a:cubicBezTo>
                <a:lnTo>
                  <a:pt x="0" y="2386280"/>
                </a:lnTo>
                <a:lnTo>
                  <a:pt x="0" y="2302037"/>
                </a:lnTo>
                <a:lnTo>
                  <a:pt x="44283" y="2284075"/>
                </a:lnTo>
                <a:cubicBezTo>
                  <a:pt x="96213" y="2260426"/>
                  <a:pt x="151633" y="2232222"/>
                  <a:pt x="209106" y="2198376"/>
                </a:cubicBezTo>
                <a:cubicBezTo>
                  <a:pt x="309273" y="2141098"/>
                  <a:pt x="442280" y="2062993"/>
                  <a:pt x="578573" y="1915460"/>
                </a:cubicBezTo>
                <a:cubicBezTo>
                  <a:pt x="650824" y="1837355"/>
                  <a:pt x="754274" y="1707178"/>
                  <a:pt x="839662" y="1519725"/>
                </a:cubicBezTo>
                <a:cubicBezTo>
                  <a:pt x="885640" y="1394756"/>
                  <a:pt x="910272" y="1288880"/>
                  <a:pt x="923409" y="1215981"/>
                </a:cubicBezTo>
                <a:cubicBezTo>
                  <a:pt x="952966" y="1045885"/>
                  <a:pt x="938186" y="993814"/>
                  <a:pt x="969387" y="695277"/>
                </a:cubicBezTo>
                <a:cubicBezTo>
                  <a:pt x="979239" y="598079"/>
                  <a:pt x="989092" y="518238"/>
                  <a:pt x="1008796" y="408889"/>
                </a:cubicBezTo>
                <a:cubicBezTo>
                  <a:pt x="1039995" y="245735"/>
                  <a:pt x="1076121" y="132917"/>
                  <a:pt x="1085973" y="99938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097D4E2-A685-4C90-B9D3-84F55A4C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>
              <a:alpha val="90000"/>
            </a:schemeClr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8898AFC8-B20A-4D52-AE4D-E3D1DE7E6B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5960" y="36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A08DB5BD-F3A1-455B-A4C0-7E80C21702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95960" y="1301749"/>
            <a:ext cx="108000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FD81136-BBF0-4430-954C-0C02575C1A8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9596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247DE61-AC3F-438F-B656-BD638DD7FB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72E395E-4714-487A-85D8-5709F13F83A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53983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9" name="KSO_TEMPLATE" hidden="1">
            <a:extLst xmlns:a="http://schemas.openxmlformats.org/drawingml/2006/main">
              <a:ext uri="{FF2B5EF4-FFF2-40B4-BE49-F238E27FC236}">
                <a16:creationId xmlns:a16="http://schemas.microsoft.com/office/drawing/2014/main" id="{11C75990-63B4-431B-80F0-69C9D2CC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2e6dd1b31a4abd"/>
    <p:sldLayoutId xmlns:r="http://schemas.openxmlformats.org/officeDocument/2006/relationships" id="2147483650" r:id="Re3bc4f0098f04aca"/>
    <p:sldLayoutId xmlns:r="http://schemas.openxmlformats.org/officeDocument/2006/relationships" id="2147483651" r:id="R77f7a3b519424641"/>
    <p:sldLayoutId xmlns:r="http://schemas.openxmlformats.org/officeDocument/2006/relationships" id="2147483652" r:id="Rdaea97d3c617419c"/>
    <p:sldLayoutId xmlns:r="http://schemas.openxmlformats.org/officeDocument/2006/relationships" id="2147483653" r:id="Rad0b9628890c413e"/>
    <p:sldLayoutId xmlns:r="http://schemas.openxmlformats.org/officeDocument/2006/relationships" id="2147483654" r:id="R71379b158ce14d99"/>
    <p:sldLayoutId xmlns:r="http://schemas.openxmlformats.org/officeDocument/2006/relationships" id="2147483655" r:id="R5a779aef14c44c65"/>
    <p:sldLayoutId xmlns:r="http://schemas.openxmlformats.org/officeDocument/2006/relationships" id="2147483656" r:id="R5c47721a7b984ae5"/>
    <p:sldLayoutId xmlns:r="http://schemas.openxmlformats.org/officeDocument/2006/relationships" id="2147483657" r:id="R5940ae96ca5f468a"/>
    <p:sldLayoutId xmlns:r="http://schemas.openxmlformats.org/officeDocument/2006/relationships" id="2147483658" r:id="R5557a66940cc4ae9"/>
    <p:sldLayoutId xmlns:r="http://schemas.openxmlformats.org/officeDocument/2006/relationships" id="2147483659" r:id="R7f799fbbce644d92"/>
    <p:sldLayoutId xmlns:r="http://schemas.openxmlformats.org/officeDocument/2006/relationships" id="2147483660" r:id="Rd8b23c30c85e415f"/>
  </p:sldLayoutIdLst>
  <p:txStyles>
    <p:titleStyle>
      <a:lvl1pPr xmlns:a="http://schemas.openxmlformats.org/drawingml/2006/main" algn="l" defTabSz="914400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0">
                <a:schemeClr val="accent1"/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3500000" scaled="0"/>
          </a:gra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3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38480" indent="-206375" algn="l" defTabSz="914400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98830" indent="-161925" algn="l" defTabSz="914400">
        <a:lnSpc>
          <a:spcPct val="130000"/>
        </a:lnSpc>
        <a:spcBef>
          <a:spcPts val="0"/>
        </a:spcBef>
        <a:buFont typeface="Arial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30605" indent="-149225" algn="l" defTabSz="914400">
        <a:lnSpc>
          <a:spcPct val="130000"/>
        </a:lnSpc>
        <a:spcBef>
          <a:spcPts val="0"/>
        </a:spcBef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235075" indent="-127000" algn="l" defTabSz="914400">
        <a:lnSpc>
          <a:spcPct val="130000"/>
        </a:lnSpc>
        <a:spcBef>
          <a:spcPts val="0"/>
        </a:spcBef>
        <a:buFont typeface="Arial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商务风黑金色通用模板">
  <a:themeElements>
    <a:clrScheme name="自定义 193">
      <a:dk1>
        <a:srgbClr val="000000"/>
      </a:dk1>
      <a:lt1>
        <a:srgbClr val="FFFFFF"/>
      </a:lt1>
      <a:dk2>
        <a:srgbClr val="0D0D0D"/>
      </a:dk2>
      <a:lt2>
        <a:srgbClr val="F5F7FF"/>
      </a:lt2>
      <a:accent1>
        <a:srgbClr val="AF753D"/>
      </a:accent1>
      <a:accent2>
        <a:srgbClr val="FFA912"/>
      </a:accent2>
      <a:accent3>
        <a:srgbClr val="9C60FF"/>
      </a:accent3>
      <a:accent4>
        <a:srgbClr val="17D594"/>
      </a:accent4>
      <a:accent5>
        <a:srgbClr val="F84949"/>
      </a:accent5>
      <a:accent6>
        <a:srgbClr val="EEC000"/>
      </a:accent6>
      <a:hlink>
        <a:srgbClr val="304FFE"/>
      </a:hlink>
      <a:folHlink>
        <a:srgbClr val="492067"/>
      </a:folHlink>
    </a:clrScheme>
    <a:fontScheme name="自定义 1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自定义 19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e47b1828a57841d3" /><Relationship Type="http://schemas.openxmlformats.org/officeDocument/2006/relationships/notesSlide" Target="/ppt/notesSlides/notesSlide1.xml" Id="R94a6835db28142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70073ef8c54c87" /><Relationship Type="http://schemas.openxmlformats.org/officeDocument/2006/relationships/notesSlide" Target="/ppt/notesSlides/notesSlide2.xml" Id="R212a67f7837749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e1cca62459490a" /><Relationship Type="http://schemas.openxmlformats.org/officeDocument/2006/relationships/image" Target="/ppt/media/image.svg" Id="R6c9c3c771e624ef3" /><Relationship Type="http://schemas.openxmlformats.org/officeDocument/2006/relationships/image" Target="/ppt/media/image.png" Id="Rb2249969c66f4997" /><Relationship Type="http://schemas.openxmlformats.org/officeDocument/2006/relationships/notesSlide" Target="/ppt/notesSlides/notesSlide3.xml" Id="R22d63480d11d4d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b09b912d0e41b5" /><Relationship Type="http://schemas.openxmlformats.org/officeDocument/2006/relationships/image" Target="/ppt/media/image2.png" Id="R371111184f8c4206" /><Relationship Type="http://schemas.openxmlformats.org/officeDocument/2006/relationships/image" Target="/ppt/media/image2.svg" Id="R56654aef403b4a43" /><Relationship Type="http://schemas.openxmlformats.org/officeDocument/2006/relationships/image" Target="/ppt/media/image3.png" Id="Rd459f11215514c7b" /><Relationship Type="http://schemas.openxmlformats.org/officeDocument/2006/relationships/image" Target="/ppt/media/image3.svg" Id="Rcca6f9160c5046ff" /><Relationship Type="http://schemas.openxmlformats.org/officeDocument/2006/relationships/image" Target="/ppt/media/image4.png" Id="Rba95a4536b10405e" /><Relationship Type="http://schemas.openxmlformats.org/officeDocument/2006/relationships/image" Target="/ppt/media/image4.svg" Id="R0b8ec3f52e97410f" /><Relationship Type="http://schemas.openxmlformats.org/officeDocument/2006/relationships/image" Target="/ppt/media/image5.png" Id="R668ceeac12994091" /><Relationship Type="http://schemas.openxmlformats.org/officeDocument/2006/relationships/image" Target="/ppt/media/image5.svg" Id="R1eff743b43ef4ca9" /><Relationship Type="http://schemas.openxmlformats.org/officeDocument/2006/relationships/image" Target="/ppt/media/image6.png" Id="R9275398ec9b0470e" /><Relationship Type="http://schemas.openxmlformats.org/officeDocument/2006/relationships/image" Target="/ppt/media/image6.svg" Id="R85463d84cd2c4da4" /><Relationship Type="http://schemas.openxmlformats.org/officeDocument/2006/relationships/image" Target="/ppt/media/image7.png" Id="Raef91694f37a4cbb" /><Relationship Type="http://schemas.openxmlformats.org/officeDocument/2006/relationships/image" Target="/ppt/media/image7.svg" Id="R14834e18938d4409" /><Relationship Type="http://schemas.openxmlformats.org/officeDocument/2006/relationships/notesSlide" Target="/ppt/notesSlides/notesSlide4.xml" Id="Rf008aad2027d43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Placeholder 1">
            <a:extLst xmlns:a="http://schemas.openxmlformats.org/drawingml/2006/main">
              <a:ext uri="{FF2B5EF4-FFF2-40B4-BE49-F238E27FC236}">
                <a16:creationId xmlns:a16="http://schemas.microsoft.com/office/drawing/2014/main" id="{CF97A5AD-C74D-4138-958F-3DBDA21BB1AF}"/>
              </a:ext>
            </a:extLst>
          </p:cNvPr>
          <p:cNvSpPr>
            <a:spLocks xmlns:a="http://schemas.openxmlformats.org/drawingml/2006/main" noGrp="1"/>
          </p:cNvSpPr>
          <p:nvPr>
            <p:ph type="body" idx="16389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AI AGENT 技术面试</a:t>
            </a:r>
            <a:endParaRPr/>
          </a:p>
        </p:txBody>
      </p:sp>
      <p:sp>
        <p:nvSpPr>
          <p:cNvPr id="3" name="标题 1">
            <a:extLst xmlns:a="http://schemas.openxmlformats.org/drawingml/2006/main">
              <a:ext uri="{FF2B5EF4-FFF2-40B4-BE49-F238E27FC236}">
                <a16:creationId xmlns:a16="http://schemas.microsoft.com/office/drawing/2014/main" id="{7F012C4C-1665-4AD6-9ADC-23B11133BE64}"/>
              </a:ext>
            </a:extLst>
          </p:cNvPr>
          <p:cNvSpPr>
            <a:spLocks xmlns:a="http://schemas.openxmlformats.org/drawingml/2006/main" noGrp="1"/>
          </p:cNvSpPr>
          <p:nvPr>
            <p:ph type="ctrTitle" idx="16388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识价镜：AI 拍照识物
与智能比价助手</a:t>
            </a:r>
            <a:endParaRPr/>
          </a:p>
        </p:txBody>
      </p:sp>
      <p:sp>
        <p:nvSpPr>
          <p:cNvPr id="4" name="署名占位符 10">
            <a:extLst xmlns:a="http://schemas.openxmlformats.org/drawingml/2006/main">
              <a:ext uri="{FF2B5EF4-FFF2-40B4-BE49-F238E27FC236}">
                <a16:creationId xmlns:a16="http://schemas.microsoft.com/office/drawing/2014/main" id="{3C6EAC5E-60A1-4B08-B6B8-78EF17E1F7FE}"/>
              </a:ext>
            </a:extLst>
          </p:cNvPr>
          <p:cNvSpPr>
            <a:spLocks xmlns:a="http://schemas.openxmlformats.org/drawingml/2006/main" noGrp="1"/>
          </p:cNvSpPr>
          <p:nvPr>
            <p:ph type="body" idx="1639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张思成 · AI Agent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6608676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4499263-DB80-4F19-97B2-0BD33C1C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"/>
            <a:ext cx="2667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42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技术导览</a:t>
            </a:r>
            <a:endParaRPr sz="42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08372AD-EC0C-4337-AD23-EE8D216A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85725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任意多边形 4">
            <a:extLst xmlns:a="http://schemas.openxmlformats.org/drawingml/2006/main">
              <a:ext uri="{FF2B5EF4-FFF2-40B4-BE49-F238E27FC236}">
                <a16:creationId xmlns:a16="http://schemas.microsoft.com/office/drawing/2014/main" id="{B69CB185-40D5-4698-80C8-109AE769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45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384BB0F-21E6-419F-92A1-19A83537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73431E9-44A0-43DC-B395-68790DB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2B4DBBBF-E8A8-495C-98F8-DAFE4A84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受控 Multi-Agent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FEBCB053-7C2A-4A67-99F3-C22027E3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Supervisor · 并行 · Barrier
Checkpoint · 恢复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2B29ABB3-39D2-4429-BEB3-6D27978D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6770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8CF5F160-07FE-41BC-BD5C-C97279B8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3AB434F-AAEE-45C0-9944-218A3BC5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66983578-7494-4103-B9D8-620296D5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混合 RAG 检索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0BE67FA0-B1FF-4E63-9EDC-355E7F75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Dense + Sparse + Metadata
重排 · 约束 · 降级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任意多边形 16">
            <a:extLst xmlns:a="http://schemas.openxmlformats.org/drawingml/2006/main">
              <a:ext uri="{FF2B5EF4-FFF2-40B4-BE49-F238E27FC236}">
                <a16:creationId xmlns:a16="http://schemas.microsoft.com/office/drawing/2014/main" id="{09038108-A0ED-42E9-91C2-EF76F36A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695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14C160E2-56A4-4E32-8AAD-325DF8EA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A0F990F-50C1-4ACF-B4AE-057B2EA4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20BC20F4-D4B5-47FD-9037-5D1534F8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三层记忆与 HITL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9586EDDB-3D61-4528-9ECE-F18BEE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本轮 · 会话 · 长期 Memory
HITL · 幂等写入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任意多边形 22">
            <a:extLst xmlns:a="http://schemas.openxmlformats.org/drawingml/2006/main">
              <a:ext uri="{FF2B5EF4-FFF2-40B4-BE49-F238E27FC236}">
                <a16:creationId xmlns:a16="http://schemas.microsoft.com/office/drawing/2014/main" id="{62F97EC1-738D-430B-926E-C2357933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620" y="2261870"/>
            <a:ext cx="2628900" cy="3228975"/>
          </a:xfrm>
          <a:custGeom xmlns:a="http://schemas.openxmlformats.org/drawingml/2006/main">
            <a:gdLst>
              <a:gd name="sw" fmla="*/ 1 w 4140"/>
              <a:gd name="sh" fmla="*/ 1 h 5085"/>
              <a:gd name="mins" fmla="min sw sh"/>
              <a:gd name="dsw" fmla="+- 0 sw mins"/>
              <a:gd name="dsh" fmla="+- 0 sh mins"/>
              <a:gd name="p0x0" fmla="*/ 120 w 4140"/>
              <a:gd name="p0y0" fmla="*/ 0 h 5085"/>
              <a:gd name="p0x1" fmla="*/ 4020 w 4140"/>
              <a:gd name="p0y1" fmla="*/ 0 h 5085"/>
              <a:gd name="p0x2" fmla="*/ 4086 w 4140"/>
              <a:gd name="p0y2" fmla="*/ 0 h 5085"/>
              <a:gd name="p0x3" fmla="*/ 4140 w 4140"/>
              <a:gd name="p0y3" fmla="*/ 53 h 5085"/>
              <a:gd name="p0x4" fmla="*/ 4140 w 4140"/>
              <a:gd name="p0y4" fmla="*/ 120 h 5085"/>
              <a:gd name="p0x5" fmla="*/ 4140 w 4140"/>
              <a:gd name="p0y5" fmla="*/ 4965 h 5085"/>
              <a:gd name="p0x6" fmla="*/ 4140 w 4140"/>
              <a:gd name="p0y6" fmla="*/ 5031 h 5085"/>
              <a:gd name="p0x7" fmla="*/ 4086 w 4140"/>
              <a:gd name="p0y7" fmla="*/ 5085 h 5085"/>
              <a:gd name="p0x8" fmla="*/ 4020 w 4140"/>
              <a:gd name="p0y8" fmla="*/ 5085 h 5085"/>
              <a:gd name="p0x9" fmla="*/ 120 w 4140"/>
              <a:gd name="p0y9" fmla="*/ 5085 h 5085"/>
              <a:gd name="p0x10" fmla="*/ 53 w 4140"/>
              <a:gd name="p0y10" fmla="*/ 5085 h 5085"/>
              <a:gd name="p0x11" fmla="*/ 0 w 4140"/>
              <a:gd name="p0y11" fmla="*/ 5031 h 5085"/>
              <a:gd name="p0x12" fmla="*/ 0 w 4140"/>
              <a:gd name="p0y12" fmla="*/ 4965 h 5085"/>
              <a:gd name="p0x13" fmla="*/ 0 w 4140"/>
              <a:gd name="p0y13" fmla="*/ 120 h 5085"/>
              <a:gd name="p0x14" fmla="*/ 0 w 4140"/>
              <a:gd name="p0y14" fmla="*/ 53 h 5085"/>
              <a:gd name="p0x15" fmla="*/ 53 w 4140"/>
              <a:gd name="p0y15" fmla="*/ 0 h 5085"/>
              <a:gd name="p0x16" fmla="*/ 120 w 4140"/>
              <a:gd name="p0y16" fmla="*/ 0 h 5085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DF8ECDD9-0D75-4E4F-B610-40278697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36570"/>
            <a:ext cx="2314575" cy="6276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36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36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385F7BF-3AC9-49DF-9DD6-D91F831B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90950"/>
            <a:ext cx="2314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843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EAF17ECC-F768-4117-9FF5-92307738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36683"/>
            <a:ext cx="23145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确定性同款与比价</a:t>
            </a:r>
            <a:endParaRPr sz="21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F1722B35-6794-4E9C-ABD4-FA7D2593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10539"/>
            <a:ext cx="2314575" cy="4514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350">
                <a:solidFill>
                  <a:srgbClr val="FFFFFF">
                    <a:alpha val="72157"/>
                  </a:srgbClr>
                </a:solidFill>
                <a:latin typeface="Microsoft YaHei"/>
                <a:ea typeface="Microsoft YaHei"/>
                <a:cs typeface="Microsoft YaHei"/>
              </a:rPr>
              <a:t>SPU 聚类 · SKU 拆分
价格与偏好排序</a:t>
            </a:r>
            <a:endParaRPr sz="1350">
              <a:solidFill>
                <a:srgbClr val="FFFFFF">
                  <a:alpha val="72157"/>
                </a:srgbClr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944665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8A950C83-037D-4AB7-9161-D25AD5D1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8"/>
            <a:ext cx="11125200" cy="500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0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原来的做法：专业子图共享主状态</a:t>
            </a:r>
            <a:endParaRPr sz="30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任意多边形 3">
            <a:extLst xmlns:a="http://schemas.openxmlformats.org/drawingml/2006/main">
              <a:ext uri="{FF2B5EF4-FFF2-40B4-BE49-F238E27FC236}">
                <a16:creationId xmlns:a16="http://schemas.microsoft.com/office/drawing/2014/main" id="{E5C44648-269C-46B2-9BB9-B2757AA4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45" y="1109345"/>
            <a:ext cx="11039475" cy="742950"/>
          </a:xfrm>
          <a:custGeom xmlns:a="http://schemas.openxmlformats.org/drawingml/2006/main">
            <a:gdLst>
              <a:gd name="sw" fmla="*/ 1 w 17385"/>
              <a:gd name="sh" fmla="*/ 1 h 1170"/>
              <a:gd name="mins" fmla="min sw sh"/>
              <a:gd name="dsw" fmla="+- 0 sw mins"/>
              <a:gd name="dsh" fmla="+- 0 sh mins"/>
              <a:gd name="p0x0" fmla="*/ 120 w 17385"/>
              <a:gd name="p0y0" fmla="*/ 0 h 1170"/>
              <a:gd name="p0x1" fmla="*/ 17265 w 17385"/>
              <a:gd name="p0y1" fmla="*/ 0 h 1170"/>
              <a:gd name="p0x2" fmla="*/ 17331 w 17385"/>
              <a:gd name="p0y2" fmla="*/ 0 h 1170"/>
              <a:gd name="p0x3" fmla="*/ 17385 w 17385"/>
              <a:gd name="p0y3" fmla="*/ 53 h 1170"/>
              <a:gd name="p0x4" fmla="*/ 17385 w 17385"/>
              <a:gd name="p0y4" fmla="*/ 120 h 1170"/>
              <a:gd name="p0x5" fmla="*/ 17385 w 17385"/>
              <a:gd name="p0y5" fmla="*/ 1050 h 1170"/>
              <a:gd name="p0x6" fmla="*/ 17385 w 17385"/>
              <a:gd name="p0y6" fmla="*/ 1116 h 1170"/>
              <a:gd name="p0x7" fmla="*/ 17331 w 17385"/>
              <a:gd name="p0y7" fmla="*/ 1170 h 1170"/>
              <a:gd name="p0x8" fmla="*/ 17265 w 17385"/>
              <a:gd name="p0y8" fmla="*/ 1170 h 1170"/>
              <a:gd name="p0x9" fmla="*/ 120 w 17385"/>
              <a:gd name="p0y9" fmla="*/ 1170 h 1170"/>
              <a:gd name="p0x10" fmla="*/ 53 w 17385"/>
              <a:gd name="p0y10" fmla="*/ 1170 h 1170"/>
              <a:gd name="p0x11" fmla="*/ 0 w 17385"/>
              <a:gd name="p0y11" fmla="*/ 1116 h 1170"/>
              <a:gd name="p0x12" fmla="*/ 0 w 17385"/>
              <a:gd name="p0y12" fmla="*/ 1050 h 1170"/>
              <a:gd name="p0x13" fmla="*/ 0 w 17385"/>
              <a:gd name="p0y13" fmla="*/ 120 h 1170"/>
              <a:gd name="p0x14" fmla="*/ 0 w 17385"/>
              <a:gd name="p0y14" fmla="*/ 53 h 1170"/>
              <a:gd name="p0x15" fmla="*/ 53 w 17385"/>
              <a:gd name="p0y15" fmla="*/ 0 h 1170"/>
              <a:gd name="p0x16" fmla="*/ 120 w 17385"/>
              <a:gd name="p0y16" fmla="*/ 0 h 1170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FE3E1ED-8E36-41A3-A5C8-88A11D3C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3679" y="1304925"/>
            <a:ext cx="42245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 spc="126">
                <a:solidFill>
                  <a:schemeClr val="tx2">
                    <a:lumMod val="4356"/>
                    <a:lumOff val="95644"/>
                  </a:schemeClr>
                </a:solidFill>
                <a:latin typeface="Microsoft YaHei"/>
                <a:ea typeface="Microsoft YaHei"/>
                <a:cs typeface="Microsoft YaHei"/>
              </a:rPr>
              <a:t>职责拆开，状态仍然共享</a:t>
            </a:r>
            <a:endParaRPr sz="2100" b="1" spc="126">
              <a:solidFill>
                <a:schemeClr val="tx2">
                  <a:lumMod val="4356"/>
                  <a:lumOff val="95644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任意多边形 5">
            <a:extLst xmlns:a="http://schemas.openxmlformats.org/drawingml/2006/main">
              <a:ext uri="{FF2B5EF4-FFF2-40B4-BE49-F238E27FC236}">
                <a16:creationId xmlns:a16="http://schemas.microsoft.com/office/drawing/2014/main" id="{1A2CEBC9-5694-4C40-9690-E4E9F467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45" y="1976120"/>
            <a:ext cx="11039475" cy="4495800"/>
          </a:xfrm>
          <a:custGeom xmlns:a="http://schemas.openxmlformats.org/drawingml/2006/main">
            <a:gdLst>
              <a:gd name="sw" fmla="*/ 1 w 17385"/>
              <a:gd name="sh" fmla="*/ 1 h 7080"/>
              <a:gd name="mins" fmla="min sw sh"/>
              <a:gd name="dsw" fmla="+- 0 sw mins"/>
              <a:gd name="dsh" fmla="+- 0 sh mins"/>
              <a:gd name="p0x0" fmla="*/ 120 w 17385"/>
              <a:gd name="p0y0" fmla="*/ 0 h 7080"/>
              <a:gd name="p0x1" fmla="*/ 17265 w 17385"/>
              <a:gd name="p0y1" fmla="*/ 0 h 7080"/>
              <a:gd name="p0x2" fmla="*/ 17331 w 17385"/>
              <a:gd name="p0y2" fmla="*/ 0 h 7080"/>
              <a:gd name="p0x3" fmla="*/ 17385 w 17385"/>
              <a:gd name="p0y3" fmla="*/ 53 h 7080"/>
              <a:gd name="p0x4" fmla="*/ 17385 w 17385"/>
              <a:gd name="p0y4" fmla="*/ 120 h 7080"/>
              <a:gd name="p0x5" fmla="*/ 17385 w 17385"/>
              <a:gd name="p0y5" fmla="*/ 6960 h 7080"/>
              <a:gd name="p0x6" fmla="*/ 17385 w 17385"/>
              <a:gd name="p0y6" fmla="*/ 7026 h 7080"/>
              <a:gd name="p0x7" fmla="*/ 17331 w 17385"/>
              <a:gd name="p0y7" fmla="*/ 7080 h 7080"/>
              <a:gd name="p0x8" fmla="*/ 17265 w 17385"/>
              <a:gd name="p0y8" fmla="*/ 7080 h 7080"/>
              <a:gd name="p0x9" fmla="*/ 120 w 17385"/>
              <a:gd name="p0y9" fmla="*/ 7080 h 7080"/>
              <a:gd name="p0x10" fmla="*/ 53 w 17385"/>
              <a:gd name="p0y10" fmla="*/ 7080 h 7080"/>
              <a:gd name="p0x11" fmla="*/ 0 w 17385"/>
              <a:gd name="p0y11" fmla="*/ 7026 h 7080"/>
              <a:gd name="p0x12" fmla="*/ 0 w 17385"/>
              <a:gd name="p0y12" fmla="*/ 6960 h 7080"/>
              <a:gd name="p0x13" fmla="*/ 0 w 17385"/>
              <a:gd name="p0y13" fmla="*/ 120 h 7080"/>
              <a:gd name="p0x14" fmla="*/ 0 w 17385"/>
              <a:gd name="p0y14" fmla="*/ 53 h 7080"/>
              <a:gd name="p0x15" fmla="*/ 53 w 17385"/>
              <a:gd name="p0y15" fmla="*/ 0 h 7080"/>
              <a:gd name="p0x16" fmla="*/ 120 w 17385"/>
              <a:gd name="p0y16" fmla="*/ 0 h 7080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任意多边形 6">
            <a:extLst xmlns:a="http://schemas.openxmlformats.org/drawingml/2006/main">
              <a:ext uri="{FF2B5EF4-FFF2-40B4-BE49-F238E27FC236}">
                <a16:creationId xmlns:a16="http://schemas.microsoft.com/office/drawing/2014/main" id="{0B020289-9EFA-4BF4-8FDB-BA395A2E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990" y="2776220"/>
            <a:ext cx="609600" cy="609600"/>
          </a:xfrm>
          <a:custGeom xmlns:a="http://schemas.openxmlformats.org/drawingml/2006/main">
            <a:gdLst>
              <a:gd name="sw" fmla="*/ 1 w 960"/>
              <a:gd name="sh" fmla="*/ 1 h 960"/>
              <a:gd name="mins" fmla="min sw sh"/>
              <a:gd name="dsw" fmla="+- 0 sw mins"/>
              <a:gd name="dsh" fmla="+- 0 sh mins"/>
              <a:gd name="p0x0" fmla="*/ 480 w 960"/>
              <a:gd name="p0y0" fmla="*/ 0 h 960"/>
              <a:gd name="p0x1" fmla="*/ 745 w 960"/>
              <a:gd name="p0y1" fmla="*/ 0 h 960"/>
              <a:gd name="p0x2" fmla="*/ 960 w 960"/>
              <a:gd name="p0y2" fmla="*/ 214 h 960"/>
              <a:gd name="p0x3" fmla="*/ 960 w 960"/>
              <a:gd name="p0y3" fmla="*/ 480 h 960"/>
              <a:gd name="p0x4" fmla="*/ 960 w 960"/>
              <a:gd name="p0y4" fmla="*/ 745 h 960"/>
              <a:gd name="p0x5" fmla="*/ 745 w 960"/>
              <a:gd name="p0y5" fmla="*/ 960 h 960"/>
              <a:gd name="p0x6" fmla="*/ 480 w 960"/>
              <a:gd name="p0y6" fmla="*/ 960 h 960"/>
              <a:gd name="p0x7" fmla="*/ 214 w 960"/>
              <a:gd name="p0y7" fmla="*/ 960 h 960"/>
              <a:gd name="p0x8" fmla="*/ 0 w 960"/>
              <a:gd name="p0y8" fmla="*/ 745 h 960"/>
              <a:gd name="p0x9" fmla="*/ 0 w 960"/>
              <a:gd name="p0y9" fmla="*/ 480 h 960"/>
              <a:gd name="p0x10" fmla="*/ 0 w 960"/>
              <a:gd name="p0y10" fmla="*/ 214 h 960"/>
              <a:gd name="p0x11" fmla="*/ 214 w 960"/>
              <a:gd name="p0y11" fmla="*/ 0 h 960"/>
              <a:gd name="p0x12" fmla="*/ 480 w 960"/>
              <a:gd name="p0y12" fmla="*/ 0 h 96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C07E73AF-435C-4331-A6D9-AF5509B4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906" y="2905125"/>
            <a:ext cx="599551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21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7A8EFFB-E7BB-4BBE-BAD2-B197754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896" y="3484245"/>
            <a:ext cx="217095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</a:pPr>
            <a:r>
              <a:rPr sz="2100" b="1" spc="42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共享状态</a:t>
            </a:r>
            <a:endParaRPr sz="2100" b="1" spc="42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1FFB935A-0755-40C0-81A5-2314EF21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4304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15BC5DE-F296-4A2B-8CB1-56EB3CC9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932872"/>
            <a:ext cx="2743429" cy="297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 b="1">
                <a:solidFill>
                  <a:schemeClr val="tx2">
                    <a:lumMod val="4356"/>
                    <a:lumOff val="95644"/>
                  </a:schemeClr>
                </a:solidFill>
                <a:latin typeface="Microsoft YaHei"/>
                <a:ea typeface="Microsoft YaHei"/>
                <a:cs typeface="Microsoft YaHei"/>
              </a:rPr>
              <a:t>共享 AgentState 入子图</a:t>
            </a:r>
            <a:endParaRPr sz="1350" b="1">
              <a:solidFill>
                <a:schemeClr val="tx2">
                  <a:lumMod val="4356"/>
                  <a:lumOff val="95644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任意多边形 11">
            <a:extLst xmlns:a="http://schemas.openxmlformats.org/drawingml/2006/main">
              <a:ext uri="{FF2B5EF4-FFF2-40B4-BE49-F238E27FC236}">
                <a16:creationId xmlns:a16="http://schemas.microsoft.com/office/drawing/2014/main" id="{F24DD61E-2276-4714-BE35-56CBF203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35546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DEA8B1A4-BFA0-4EFF-BA56-F9504614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45264"/>
            <a:ext cx="2914802" cy="571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Recognition、Intent
读取同一上下文</a:t>
            </a:r>
            <a:endParaRPr sz="1350" b="1">
              <a:solidFill>
                <a:schemeClr val="tx2">
                  <a:lumMod val="4356"/>
                  <a:lumOff val="95644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任意多边形 13">
            <a:extLst xmlns:a="http://schemas.openxmlformats.org/drawingml/2006/main">
              <a:ext uri="{FF2B5EF4-FFF2-40B4-BE49-F238E27FC236}">
                <a16:creationId xmlns:a16="http://schemas.microsoft.com/office/drawing/2014/main" id="{AA376B60-E3C6-44E6-B983-9A8D2E2B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4220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AEF96621-8540-4EB1-B80C-8B989C2C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31947"/>
            <a:ext cx="3235823" cy="297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靠字段约定隔离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53" name="图片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49969c66f4997">
            <a:extLst>
              <a:ext uri="{96DAC541-7B7A-43D3-8B79-37D633B846F1}">
                <asvg:svgBlip xmlns:asvg="http://schemas.microsoft.com/office/drawing/2016/SVG/main" r:embed="R6c9c3c771e624ef3"/>
              </a:ext>
            </a:extLst>
          </a:blip>
          <a:srcRect xmlns:a="http://schemas.openxmlformats.org/drawingml/2006/main" l="0" t="-16667" r="0" b="-16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06545" y="35337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7" name="任意多边形 16">
            <a:extLst xmlns:a="http://schemas.openxmlformats.org/drawingml/2006/main">
              <a:ext uri="{FF2B5EF4-FFF2-40B4-BE49-F238E27FC236}">
                <a16:creationId xmlns:a16="http://schemas.microsoft.com/office/drawing/2014/main" id="{6A230A9B-B1E3-44DC-A03C-58211C9C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565" y="2776220"/>
            <a:ext cx="609600" cy="609600"/>
          </a:xfrm>
          <a:custGeom xmlns:a="http://schemas.openxmlformats.org/drawingml/2006/main">
            <a:gdLst>
              <a:gd name="sw" fmla="*/ 1 w 960"/>
              <a:gd name="sh" fmla="*/ 1 h 960"/>
              <a:gd name="mins" fmla="min sw sh"/>
              <a:gd name="dsw" fmla="+- 0 sw mins"/>
              <a:gd name="dsh" fmla="+- 0 sh mins"/>
              <a:gd name="p0x0" fmla="*/ 480 w 960"/>
              <a:gd name="p0y0" fmla="*/ 0 h 960"/>
              <a:gd name="p0x1" fmla="*/ 745 w 960"/>
              <a:gd name="p0y1" fmla="*/ 0 h 960"/>
              <a:gd name="p0x2" fmla="*/ 960 w 960"/>
              <a:gd name="p0y2" fmla="*/ 214 h 960"/>
              <a:gd name="p0x3" fmla="*/ 960 w 960"/>
              <a:gd name="p0y3" fmla="*/ 480 h 960"/>
              <a:gd name="p0x4" fmla="*/ 960 w 960"/>
              <a:gd name="p0y4" fmla="*/ 745 h 960"/>
              <a:gd name="p0x5" fmla="*/ 745 w 960"/>
              <a:gd name="p0y5" fmla="*/ 960 h 960"/>
              <a:gd name="p0x6" fmla="*/ 480 w 960"/>
              <a:gd name="p0y6" fmla="*/ 960 h 960"/>
              <a:gd name="p0x7" fmla="*/ 214 w 960"/>
              <a:gd name="p0y7" fmla="*/ 960 h 960"/>
              <a:gd name="p0x8" fmla="*/ 0 w 960"/>
              <a:gd name="p0y8" fmla="*/ 745 h 960"/>
              <a:gd name="p0x9" fmla="*/ 0 w 960"/>
              <a:gd name="p0y9" fmla="*/ 480 h 960"/>
              <a:gd name="p0x10" fmla="*/ 0 w 960"/>
              <a:gd name="p0y10" fmla="*/ 214 h 960"/>
              <a:gd name="p0x11" fmla="*/ 214 w 960"/>
              <a:gd name="p0y11" fmla="*/ 0 h 960"/>
              <a:gd name="p0x12" fmla="*/ 480 w 960"/>
              <a:gd name="p0y12" fmla="*/ 0 h 96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B6F9845C-A0DC-4779-BDE7-3D7AEA80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456" y="2905125"/>
            <a:ext cx="599551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21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F94AA453-FB4B-4BBC-8B30-1A9D36F9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8392" y="3484245"/>
            <a:ext cx="271507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</a:pPr>
            <a:r>
              <a:rPr sz="2100" b="1" spc="42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局部执行</a:t>
            </a:r>
            <a:endParaRPr sz="2100" b="1" spc="42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任意多边形 19">
            <a:extLst xmlns:a="http://schemas.openxmlformats.org/drawingml/2006/main">
              <a:ext uri="{FF2B5EF4-FFF2-40B4-BE49-F238E27FC236}">
                <a16:creationId xmlns:a16="http://schemas.microsoft.com/office/drawing/2014/main" id="{9E2C428F-77A7-4CC8-9127-D7BE5D71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04304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10AC3C2A-8BB6-4AC9-9059-93253B28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24" y="3932872"/>
            <a:ext cx="3130525" cy="571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执行模型 / 领域逻辑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任意多边形 21">
            <a:extLst xmlns:a="http://schemas.openxmlformats.org/drawingml/2006/main">
              <a:ext uri="{FF2B5EF4-FFF2-40B4-BE49-F238E27FC236}">
                <a16:creationId xmlns:a16="http://schemas.microsoft.com/office/drawing/2014/main" id="{B8368BDF-84D6-4765-93D4-A82F6DF3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62978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37291669-AFC8-41BD-B0BA-E91D6CD9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24" y="4519556"/>
            <a:ext cx="31305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 b="1">
                <a:solidFill>
                  <a:schemeClr val="tx2">
                    <a:lumMod val="4356"/>
                    <a:lumOff val="95644"/>
                  </a:schemeClr>
                </a:solidFill>
                <a:latin typeface="Microsoft YaHei"/>
                <a:ea typeface="Microsoft YaHei"/>
                <a:cs typeface="Microsoft YaHei"/>
              </a:rPr>
              <a:t>返回局部字段更新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任意多边形 23">
            <a:extLst xmlns:a="http://schemas.openxmlformats.org/drawingml/2006/main">
              <a:ext uri="{FF2B5EF4-FFF2-40B4-BE49-F238E27FC236}">
                <a16:creationId xmlns:a16="http://schemas.microsoft.com/office/drawing/2014/main" id="{D897DBB6-F686-4D70-821E-A13F029A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521652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EA81881F-0637-411D-836A-39A33387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24" y="5106238"/>
            <a:ext cx="31305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 b="1">
                <a:solidFill>
                  <a:schemeClr val="tx2">
                    <a:lumMod val="4356"/>
                    <a:lumOff val="95644"/>
                  </a:schemeClr>
                </a:solidFill>
                <a:latin typeface="Microsoft YaHei"/>
                <a:ea typeface="Microsoft YaHei"/>
                <a:cs typeface="Microsoft YaHei"/>
              </a:rPr>
              <a:t>无统一 Task / Result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63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49969c66f4997">
            <a:extLst>
              <a:ext uri="{96DAC541-7B7A-43D3-8B79-37D633B846F1}">
                <asvg:svgBlip xmlns:asvg="http://schemas.microsoft.com/office/drawing/2016/SVG/main" r:embed="R6c9c3c771e624ef3"/>
              </a:ext>
            </a:extLst>
          </a:blip>
          <a:srcRect xmlns:a="http://schemas.openxmlformats.org/drawingml/2006/main" l="0" t="-16667" r="0" b="-16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8120" y="35337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7" name="任意多边形 26">
            <a:extLst xmlns:a="http://schemas.openxmlformats.org/drawingml/2006/main">
              <a:ext uri="{FF2B5EF4-FFF2-40B4-BE49-F238E27FC236}">
                <a16:creationId xmlns:a16="http://schemas.microsoft.com/office/drawing/2014/main" id="{02DE4B18-25C5-4E05-920C-7E096A3F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2776220"/>
            <a:ext cx="609600" cy="609600"/>
          </a:xfrm>
          <a:custGeom xmlns:a="http://schemas.openxmlformats.org/drawingml/2006/main">
            <a:gdLst>
              <a:gd name="sw" fmla="*/ 1 w 960"/>
              <a:gd name="sh" fmla="*/ 1 h 960"/>
              <a:gd name="mins" fmla="min sw sh"/>
              <a:gd name="dsw" fmla="+- 0 sw mins"/>
              <a:gd name="dsh" fmla="+- 0 sh mins"/>
              <a:gd name="p0x0" fmla="*/ 480 w 960"/>
              <a:gd name="p0y0" fmla="*/ 0 h 960"/>
              <a:gd name="p0x1" fmla="*/ 745 w 960"/>
              <a:gd name="p0y1" fmla="*/ 0 h 960"/>
              <a:gd name="p0x2" fmla="*/ 960 w 960"/>
              <a:gd name="p0y2" fmla="*/ 214 h 960"/>
              <a:gd name="p0x3" fmla="*/ 960 w 960"/>
              <a:gd name="p0y3" fmla="*/ 480 h 960"/>
              <a:gd name="p0x4" fmla="*/ 960 w 960"/>
              <a:gd name="p0y4" fmla="*/ 745 h 960"/>
              <a:gd name="p0x5" fmla="*/ 745 w 960"/>
              <a:gd name="p0y5" fmla="*/ 960 h 960"/>
              <a:gd name="p0x6" fmla="*/ 480 w 960"/>
              <a:gd name="p0y6" fmla="*/ 960 h 960"/>
              <a:gd name="p0x7" fmla="*/ 214 w 960"/>
              <a:gd name="p0y7" fmla="*/ 960 h 960"/>
              <a:gd name="p0x8" fmla="*/ 0 w 960"/>
              <a:gd name="p0y8" fmla="*/ 745 h 960"/>
              <a:gd name="p0x9" fmla="*/ 0 w 960"/>
              <a:gd name="p0y9" fmla="*/ 480 h 960"/>
              <a:gd name="p0x10" fmla="*/ 0 w 960"/>
              <a:gd name="p0y10" fmla="*/ 214 h 960"/>
              <a:gd name="p0x11" fmla="*/ 214 w 960"/>
              <a:gd name="p0y11" fmla="*/ 0 h 960"/>
              <a:gd name="p0x12" fmla="*/ 480 w 960"/>
              <a:gd name="p0y12" fmla="*/ 0 h 96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文本框 27">
            <a:extLst xmlns:a="http://schemas.openxmlformats.org/drawingml/2006/main">
              <a:ext uri="{FF2B5EF4-FFF2-40B4-BE49-F238E27FC236}">
                <a16:creationId xmlns:a16="http://schemas.microsoft.com/office/drawing/2014/main" id="{0DC71FB6-ADED-4744-8AA6-FAF085F1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005" y="2905125"/>
            <a:ext cx="599551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AF753D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2100" b="1">
              <a:solidFill>
                <a:srgbClr val="AF753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1D2D703B-C894-4729-BB8B-33233895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932" y="3484245"/>
            <a:ext cx="271507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</a:pPr>
            <a:r>
              <a:rPr sz="2100" b="1" spc="42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根图汇总</a:t>
            </a:r>
            <a:endParaRPr sz="2100" b="1" spc="42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任意多边形 29">
            <a:extLst xmlns:a="http://schemas.openxmlformats.org/drawingml/2006/main">
              <a:ext uri="{FF2B5EF4-FFF2-40B4-BE49-F238E27FC236}">
                <a16:creationId xmlns:a16="http://schemas.microsoft.com/office/drawing/2014/main" id="{4B98FD74-E585-4C18-9F49-E6753574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6265" y="404304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文本框 30">
            <a:extLst xmlns:a="http://schemas.openxmlformats.org/drawingml/2006/main">
              <a:ext uri="{FF2B5EF4-FFF2-40B4-BE49-F238E27FC236}">
                <a16:creationId xmlns:a16="http://schemas.microsoft.com/office/drawing/2014/main" id="{B2488C39-F781-4BC1-94B3-AB28F000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972" y="3932872"/>
            <a:ext cx="2914945" cy="297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合并结果并继续路由</a:t>
            </a:r>
            <a:endParaRPr sz="1350" b="1">
              <a:solidFill>
                <a:schemeClr val="tx2">
                  <a:lumMod val="4356"/>
                  <a:lumOff val="95644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任意多边形 31">
            <a:extLst xmlns:a="http://schemas.openxmlformats.org/drawingml/2006/main">
              <a:ext uri="{FF2B5EF4-FFF2-40B4-BE49-F238E27FC236}">
                <a16:creationId xmlns:a16="http://schemas.microsoft.com/office/drawing/2014/main" id="{CAC4BAFF-A550-4C77-80F9-FC53B3C3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6265" y="435546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文本框 32">
            <a:extLst xmlns:a="http://schemas.openxmlformats.org/drawingml/2006/main">
              <a:ext uri="{FF2B5EF4-FFF2-40B4-BE49-F238E27FC236}">
                <a16:creationId xmlns:a16="http://schemas.microsoft.com/office/drawing/2014/main" id="{51FAFA76-A965-4FE5-9F9A-EF7A4C1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972" y="4245264"/>
            <a:ext cx="2400528" cy="297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人工约束状态冲突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任意多边形 33">
            <a:extLst xmlns:a="http://schemas.openxmlformats.org/drawingml/2006/main">
              <a:ext uri="{FF2B5EF4-FFF2-40B4-BE49-F238E27FC236}">
                <a16:creationId xmlns:a16="http://schemas.microsoft.com/office/drawing/2014/main" id="{86F0B51A-4FE4-40A5-A6C3-73B28249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6265" y="466788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5" name="文本框 34">
            <a:extLst xmlns:a="http://schemas.openxmlformats.org/drawingml/2006/main">
              <a:ext uri="{FF2B5EF4-FFF2-40B4-BE49-F238E27FC236}">
                <a16:creationId xmlns:a16="http://schemas.microsoft.com/office/drawing/2014/main" id="{D55D9BDC-6B4C-4BF6-B92F-11A736CA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972" y="4557656"/>
            <a:ext cx="2400528" cy="297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整轮 checkpoint 恢复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任意多边形 35">
            <a:extLst xmlns:a="http://schemas.openxmlformats.org/drawingml/2006/main">
              <a:ext uri="{FF2B5EF4-FFF2-40B4-BE49-F238E27FC236}">
                <a16:creationId xmlns:a16="http://schemas.microsoft.com/office/drawing/2014/main" id="{547DAB24-7F2C-4D15-B11D-C232276C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6265" y="4980305"/>
            <a:ext cx="57150" cy="57150"/>
          </a:xfrm>
          <a:custGeom xmlns:a="http://schemas.openxmlformats.org/drawingml/2006/main"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pathLst>
              <a:path w="0" h="0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tx2">
              <a:lumMod val="0"/>
              <a:lumOff val="100000"/>
              <a:alpha val="72157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文本框 36">
            <a:extLst xmlns:a="http://schemas.openxmlformats.org/drawingml/2006/main">
              <a:ext uri="{FF2B5EF4-FFF2-40B4-BE49-F238E27FC236}">
                <a16:creationId xmlns:a16="http://schemas.microsoft.com/office/drawing/2014/main" id="{29696D6E-3C52-4BE5-9665-16946393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972" y="4870047"/>
            <a:ext cx="3257778" cy="2971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本质：子图编排，未形成层级协作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560135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E270F8AA-5D3A-4362-A4A3-64472F58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8"/>
            <a:ext cx="11125200" cy="500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3000" b="1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新做法：Supervisor 统一控制协作边界</a:t>
            </a:r>
            <a:endParaRPr sz="3000" b="1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任意多边形 3">
            <a:extLst xmlns:a="http://schemas.openxmlformats.org/drawingml/2006/main">
              <a:ext uri="{FF2B5EF4-FFF2-40B4-BE49-F238E27FC236}">
                <a16:creationId xmlns:a16="http://schemas.microsoft.com/office/drawing/2014/main" id="{7FF950EB-003D-4809-9950-E6F4FEC4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11049000" cy="932180"/>
          </a:xfrm>
          <a:custGeom xmlns:a="http://schemas.openxmlformats.org/drawingml/2006/main">
            <a:gdLst>
              <a:gd name="sw" fmla="*/ 1 w 17400"/>
              <a:gd name="sh" fmla="*/ 1 h 1468"/>
              <a:gd name="mins" fmla="min sw sh"/>
              <a:gd name="dsw" fmla="+- 0 sw mins"/>
              <a:gd name="dsh" fmla="+- 0 sh mins"/>
              <a:gd name="p0x0" fmla="*/ 120 w 17400"/>
              <a:gd name="p0y0" fmla="*/ 0 h 1468"/>
              <a:gd name="p0x1" fmla="*/ 17280 w 17400"/>
              <a:gd name="p0y1" fmla="*/ 0 h 1468"/>
              <a:gd name="p0x2" fmla="*/ 17346 w 17400"/>
              <a:gd name="p0y2" fmla="*/ 0 h 1468"/>
              <a:gd name="p0x3" fmla="*/ 17400 w 17400"/>
              <a:gd name="p0y3" fmla="*/ 53 h 1468"/>
              <a:gd name="p0x4" fmla="*/ 17400 w 17400"/>
              <a:gd name="p0y4" fmla="*/ 120 h 1468"/>
              <a:gd name="p0x5" fmla="*/ 17400 w 17400"/>
              <a:gd name="p0y5" fmla="*/ 1348 h 1468"/>
              <a:gd name="p0x6" fmla="*/ 17400 w 17400"/>
              <a:gd name="p0y6" fmla="*/ 1415 h 1468"/>
              <a:gd name="p0x7" fmla="*/ 17346 w 17400"/>
              <a:gd name="p0y7" fmla="*/ 1468 h 1468"/>
              <a:gd name="p0x8" fmla="*/ 17280 w 17400"/>
              <a:gd name="p0y8" fmla="*/ 1468 h 1468"/>
              <a:gd name="p0x9" fmla="*/ 120 w 17400"/>
              <a:gd name="p0y9" fmla="*/ 1468 h 1468"/>
              <a:gd name="p0x10" fmla="*/ 53 w 17400"/>
              <a:gd name="p0y10" fmla="*/ 1468 h 1468"/>
              <a:gd name="p0x11" fmla="*/ 0 w 17400"/>
              <a:gd name="p0y11" fmla="*/ 1415 h 1468"/>
              <a:gd name="p0x12" fmla="*/ 0 w 17400"/>
              <a:gd name="p0y12" fmla="*/ 1348 h 1468"/>
              <a:gd name="p0x13" fmla="*/ 0 w 17400"/>
              <a:gd name="p0y13" fmla="*/ 120 h 1468"/>
              <a:gd name="p0x14" fmla="*/ 0 w 17400"/>
              <a:gd name="p0y14" fmla="*/ 53 h 1468"/>
              <a:gd name="p0x15" fmla="*/ 53 w 17400"/>
              <a:gd name="p0y15" fmla="*/ 0 h 1468"/>
              <a:gd name="p0x16" fmla="*/ 120 w 17400"/>
              <a:gd name="p0y16" fmla="*/ 0 h 1468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9069"/>
            </a:schemeClr>
          </a:solidFill>
          <a:ln xmlns:a="http://schemas.openxmlformats.org/drawingml/2006/main">
            <a:noFill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37C51489-F4E7-4600-A22F-74F473FB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13139"/>
            <a:ext cx="6092285" cy="3114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任务向下派发，proposal 向上合并，Agent 之间不直连</a:t>
            </a:r>
            <a:endParaRPr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任意多边形 5">
            <a:extLst xmlns:a="http://schemas.openxmlformats.org/drawingml/2006/main">
              <a:ext uri="{FF2B5EF4-FFF2-40B4-BE49-F238E27FC236}">
                <a16:creationId xmlns:a16="http://schemas.microsoft.com/office/drawing/2014/main" id="{3D9AA4B5-9EB7-414E-BB33-50192833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45" y="2308860"/>
            <a:ext cx="3521075" cy="4163060"/>
          </a:xfrm>
          <a:custGeom xmlns:a="http://schemas.openxmlformats.org/drawingml/2006/main">
            <a:gdLst>
              <a:gd name="sw" fmla="*/ 1 w 5544"/>
              <a:gd name="sh" fmla="*/ 1 h 6556"/>
              <a:gd name="mins" fmla="min sw sh"/>
              <a:gd name="dsw" fmla="+- 0 sw mins"/>
              <a:gd name="dsh" fmla="+- 0 sh mins"/>
              <a:gd name="p0x0" fmla="*/ 120 w 5544"/>
              <a:gd name="p0y0" fmla="*/ 0 h 6556"/>
              <a:gd name="p0x1" fmla="*/ 5424 w 5544"/>
              <a:gd name="p0y1" fmla="*/ 0 h 6556"/>
              <a:gd name="p0x2" fmla="*/ 5491 w 5544"/>
              <a:gd name="p0y2" fmla="*/ 0 h 6556"/>
              <a:gd name="p0x3" fmla="*/ 5544 w 5544"/>
              <a:gd name="p0y3" fmla="*/ 53 h 6556"/>
              <a:gd name="p0x4" fmla="*/ 5544 w 5544"/>
              <a:gd name="p0y4" fmla="*/ 120 h 6556"/>
              <a:gd name="p0x5" fmla="*/ 5544 w 5544"/>
              <a:gd name="p0y5" fmla="*/ 6436 h 6556"/>
              <a:gd name="p0x6" fmla="*/ 5544 w 5544"/>
              <a:gd name="p0y6" fmla="*/ 6502 h 6556"/>
              <a:gd name="p0x7" fmla="*/ 5491 w 5544"/>
              <a:gd name="p0y7" fmla="*/ 6556 h 6556"/>
              <a:gd name="p0x8" fmla="*/ 5424 w 5544"/>
              <a:gd name="p0y8" fmla="*/ 6556 h 6556"/>
              <a:gd name="p0x9" fmla="*/ 120 w 5544"/>
              <a:gd name="p0y9" fmla="*/ 6556 h 6556"/>
              <a:gd name="p0x10" fmla="*/ 53 w 5544"/>
              <a:gd name="p0y10" fmla="*/ 6556 h 6556"/>
              <a:gd name="p0x11" fmla="*/ 0 w 5544"/>
              <a:gd name="p0y11" fmla="*/ 6502 h 6556"/>
              <a:gd name="p0x12" fmla="*/ 0 w 5544"/>
              <a:gd name="p0y12" fmla="*/ 6436 h 6556"/>
              <a:gd name="p0x13" fmla="*/ 0 w 5544"/>
              <a:gd name="p0y13" fmla="*/ 120 h 6556"/>
              <a:gd name="p0x14" fmla="*/ 0 w 5544"/>
              <a:gd name="p0y14" fmla="*/ 53 h 6556"/>
              <a:gd name="p0x15" fmla="*/ 53 w 5544"/>
              <a:gd name="p0y15" fmla="*/ 0 h 6556"/>
              <a:gd name="p0x16" fmla="*/ 120 w 5544"/>
              <a:gd name="p0y16" fmla="*/ 0 h 6556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2ECEDF3D-E695-4B4C-AB85-92662927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45686"/>
            <a:ext cx="313052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 spc="42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控制面</a:t>
            </a:r>
            <a:endParaRPr sz="2100" b="1" spc="42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任意多边形 7">
            <a:extLst xmlns:a="http://schemas.openxmlformats.org/drawingml/2006/main">
              <a:ext uri="{FF2B5EF4-FFF2-40B4-BE49-F238E27FC236}">
                <a16:creationId xmlns:a16="http://schemas.microsoft.com/office/drawing/2014/main" id="{F274DBE9-1F73-449A-A282-C44F58B0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171190"/>
            <a:ext cx="419100" cy="419100"/>
          </a:xfrm>
          <a:custGeom xmlns:a="http://schemas.openxmlformats.org/drawingml/2006/main"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pathLst>
              <a:path w="660" h="660">
                <a:moveTo>
                  <a:pt x="120" y="0"/>
                </a:moveTo>
                <a:lnTo>
                  <a:pt x="540" y="0"/>
                </a:lnTo>
                <a:cubicBezTo>
                  <a:pt x="606" y="0"/>
                  <a:pt x="660" y="54"/>
                  <a:pt x="660" y="120"/>
                </a:cubicBezTo>
                <a:lnTo>
                  <a:pt x="660" y="540"/>
                </a:lnTo>
                <a:cubicBezTo>
                  <a:pt x="660" y="606"/>
                  <a:pt x="606" y="660"/>
                  <a:pt x="540" y="660"/>
                </a:cubicBezTo>
                <a:lnTo>
                  <a:pt x="120" y="660"/>
                </a:lnTo>
                <a:cubicBezTo>
                  <a:pt x="54" y="660"/>
                  <a:pt x="0" y="606"/>
                  <a:pt x="0" y="54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alpha val="1607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111184f8c4206">
            <a:extLst>
              <a:ext uri="{96DAC541-7B7A-43D3-8B79-37D633B846F1}">
                <asvg:svgBlip xmlns:asvg="http://schemas.microsoft.com/office/drawing/2016/SVG/main" r:embed="R56654aef403b4a43"/>
              </a:ext>
            </a:extLst>
          </a:blip>
          <a:srcRect xmlns:a="http://schemas.openxmlformats.org/drawingml/2006/main" l="-10123" t="-1026" r="-10123" b="-10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135" y="3251835"/>
            <a:ext cx="309245" cy="252730"/>
          </a:xfrm>
          <a:prstGeom xmlns:a="http://schemas.openxmlformats.org/drawingml/2006/main" prst="rect">
            <a:avLst/>
          </a:prstGeom>
        </p:spPr>
      </p:pic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F9C16E28-B44D-418D-9BD4-0155C847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156214"/>
            <a:ext cx="2559025" cy="311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b="1" spc="36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确定性任务 DAG</a:t>
            </a:r>
            <a:endParaRPr b="1" spc="36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5FD8119-0552-4EDA-ACEF-9DD2DB6A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480064"/>
            <a:ext cx="25590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Planner 校验依赖、预算与
capability allowlist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任意多边形 11">
            <a:extLst xmlns:a="http://schemas.openxmlformats.org/drawingml/2006/main">
              <a:ext uri="{FF2B5EF4-FFF2-40B4-BE49-F238E27FC236}">
                <a16:creationId xmlns:a16="http://schemas.microsoft.com/office/drawing/2014/main" id="{0DA044E1-2487-42CB-B63F-3A2DBE63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157980"/>
            <a:ext cx="419100" cy="419100"/>
          </a:xfrm>
          <a:custGeom xmlns:a="http://schemas.openxmlformats.org/drawingml/2006/main"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pathLst>
              <a:path w="660" h="660">
                <a:moveTo>
                  <a:pt x="120" y="0"/>
                </a:moveTo>
                <a:lnTo>
                  <a:pt x="540" y="0"/>
                </a:lnTo>
                <a:cubicBezTo>
                  <a:pt x="606" y="0"/>
                  <a:pt x="660" y="54"/>
                  <a:pt x="660" y="120"/>
                </a:cubicBezTo>
                <a:lnTo>
                  <a:pt x="660" y="540"/>
                </a:lnTo>
                <a:cubicBezTo>
                  <a:pt x="660" y="606"/>
                  <a:pt x="606" y="660"/>
                  <a:pt x="540" y="660"/>
                </a:cubicBezTo>
                <a:lnTo>
                  <a:pt x="120" y="660"/>
                </a:lnTo>
                <a:cubicBezTo>
                  <a:pt x="54" y="660"/>
                  <a:pt x="0" y="606"/>
                  <a:pt x="0" y="54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alpha val="1607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4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9f11215514c7b">
            <a:extLst>
              <a:ext uri="{96DAC541-7B7A-43D3-8B79-37D633B846F1}">
                <asvg:svgBlip xmlns:asvg="http://schemas.microsoft.com/office/drawing/2016/SVG/main" r:embed="Rcca6f9160c5046ff"/>
              </a:ext>
            </a:extLst>
          </a:blip>
          <a:srcRect xmlns:a="http://schemas.openxmlformats.org/drawingml/2006/main" l="-6522" t="-3067" r="-6522" b="-3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4238625"/>
            <a:ext cx="247650" cy="252730"/>
          </a:xfrm>
          <a:prstGeom xmlns:a="http://schemas.openxmlformats.org/drawingml/2006/main" prst="rect">
            <a:avLst/>
          </a:prstGeom>
        </p:spPr>
      </p:pic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9D6421FD-B57F-40E9-9C81-B938FCF9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2946"/>
            <a:ext cx="2559025" cy="311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b="1" spc="36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HITL 与副作用</a:t>
            </a:r>
            <a:endParaRPr b="1" spc="36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C37DA5A-A392-4641-A2D4-77E912AD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466796"/>
            <a:ext cx="25590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handoff、replan、Memory commit
都必须经过 Supervisor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任意多边形 16">
            <a:extLst xmlns:a="http://schemas.openxmlformats.org/drawingml/2006/main">
              <a:ext uri="{FF2B5EF4-FFF2-40B4-BE49-F238E27FC236}">
                <a16:creationId xmlns:a16="http://schemas.microsoft.com/office/drawing/2014/main" id="{76D81A27-0684-45E7-BB2D-651BE930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145" y="2308860"/>
            <a:ext cx="3521075" cy="4163060"/>
          </a:xfrm>
          <a:custGeom xmlns:a="http://schemas.openxmlformats.org/drawingml/2006/main">
            <a:gdLst>
              <a:gd name="sw" fmla="*/ 1 w 5544"/>
              <a:gd name="sh" fmla="*/ 1 h 6556"/>
              <a:gd name="mins" fmla="min sw sh"/>
              <a:gd name="dsw" fmla="+- 0 sw mins"/>
              <a:gd name="dsh" fmla="+- 0 sh mins"/>
              <a:gd name="p0x0" fmla="*/ 120 w 5544"/>
              <a:gd name="p0y0" fmla="*/ 0 h 6556"/>
              <a:gd name="p0x1" fmla="*/ 5424 w 5544"/>
              <a:gd name="p0y1" fmla="*/ 0 h 6556"/>
              <a:gd name="p0x2" fmla="*/ 5491 w 5544"/>
              <a:gd name="p0y2" fmla="*/ 0 h 6556"/>
              <a:gd name="p0x3" fmla="*/ 5544 w 5544"/>
              <a:gd name="p0y3" fmla="*/ 53 h 6556"/>
              <a:gd name="p0x4" fmla="*/ 5544 w 5544"/>
              <a:gd name="p0y4" fmla="*/ 120 h 6556"/>
              <a:gd name="p0x5" fmla="*/ 5544 w 5544"/>
              <a:gd name="p0y5" fmla="*/ 6436 h 6556"/>
              <a:gd name="p0x6" fmla="*/ 5544 w 5544"/>
              <a:gd name="p0y6" fmla="*/ 6502 h 6556"/>
              <a:gd name="p0x7" fmla="*/ 5491 w 5544"/>
              <a:gd name="p0y7" fmla="*/ 6556 h 6556"/>
              <a:gd name="p0x8" fmla="*/ 5424 w 5544"/>
              <a:gd name="p0y8" fmla="*/ 6556 h 6556"/>
              <a:gd name="p0x9" fmla="*/ 120 w 5544"/>
              <a:gd name="p0y9" fmla="*/ 6556 h 6556"/>
              <a:gd name="p0x10" fmla="*/ 53 w 5544"/>
              <a:gd name="p0y10" fmla="*/ 6556 h 6556"/>
              <a:gd name="p0x11" fmla="*/ 0 w 5544"/>
              <a:gd name="p0y11" fmla="*/ 6502 h 6556"/>
              <a:gd name="p0x12" fmla="*/ 0 w 5544"/>
              <a:gd name="p0y12" fmla="*/ 6436 h 6556"/>
              <a:gd name="p0x13" fmla="*/ 0 w 5544"/>
              <a:gd name="p0y13" fmla="*/ 120 h 6556"/>
              <a:gd name="p0x14" fmla="*/ 0 w 5544"/>
              <a:gd name="p0y14" fmla="*/ 53 h 6556"/>
              <a:gd name="p0x15" fmla="*/ 53 w 5544"/>
              <a:gd name="p0y15" fmla="*/ 0 h 6556"/>
              <a:gd name="p0x16" fmla="*/ 120 w 5544"/>
              <a:gd name="p0y16" fmla="*/ 0 h 6556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6510DEB2-6CAA-4442-A4DE-39FC3048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699" y="2745686"/>
            <a:ext cx="313052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 spc="42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任务协议</a:t>
            </a:r>
            <a:endParaRPr sz="2100" b="1" spc="42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任意多边形 18">
            <a:extLst xmlns:a="http://schemas.openxmlformats.org/drawingml/2006/main">
              <a:ext uri="{FF2B5EF4-FFF2-40B4-BE49-F238E27FC236}">
                <a16:creationId xmlns:a16="http://schemas.microsoft.com/office/drawing/2014/main" id="{3F9FA3E4-96F0-4CD4-BEC0-8012795F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3171190"/>
            <a:ext cx="419100" cy="419100"/>
          </a:xfrm>
          <a:custGeom xmlns:a="http://schemas.openxmlformats.org/drawingml/2006/main"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pathLst>
              <a:path w="660" h="660">
                <a:moveTo>
                  <a:pt x="120" y="0"/>
                </a:moveTo>
                <a:lnTo>
                  <a:pt x="540" y="0"/>
                </a:lnTo>
                <a:cubicBezTo>
                  <a:pt x="606" y="0"/>
                  <a:pt x="660" y="54"/>
                  <a:pt x="660" y="120"/>
                </a:cubicBezTo>
                <a:lnTo>
                  <a:pt x="660" y="540"/>
                </a:lnTo>
                <a:cubicBezTo>
                  <a:pt x="660" y="606"/>
                  <a:pt x="606" y="660"/>
                  <a:pt x="540" y="660"/>
                </a:cubicBezTo>
                <a:lnTo>
                  <a:pt x="120" y="660"/>
                </a:lnTo>
                <a:cubicBezTo>
                  <a:pt x="54" y="660"/>
                  <a:pt x="0" y="606"/>
                  <a:pt x="0" y="54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alpha val="1607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60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95a4536b10405e">
            <a:extLst>
              <a:ext uri="{96DAC541-7B7A-43D3-8B79-37D633B846F1}">
                <asvg:svgBlip xmlns:asvg="http://schemas.microsoft.com/office/drawing/2016/SVG/main" r:embed="R0b8ec3f52e97410f"/>
              </a:ext>
            </a:extLst>
          </a:blip>
          <a:srcRect xmlns:a="http://schemas.openxmlformats.org/drawingml/2006/main" l="-2000" t="-10303" r="-2000" b="-103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15815" y="3251835"/>
            <a:ext cx="247650" cy="252730"/>
          </a:xfrm>
          <a:prstGeom xmlns:a="http://schemas.openxmlformats.org/drawingml/2006/main" prst="rect">
            <a:avLst/>
          </a:prstGeom>
        </p:spPr>
      </p:pic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56C1A88A-87AF-4DC3-A844-50CF535D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199" y="3156214"/>
            <a:ext cx="2559025" cy="311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b="1" spc="36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AgentTaskV2</a:t>
            </a:r>
            <a:endParaRPr b="1" spc="36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9AAE9473-1265-4B09-A90C-EAC091F0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199" y="3480064"/>
            <a:ext cx="25590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严格输入 discriminator
只携带任务所需数据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任意多边形 22">
            <a:extLst xmlns:a="http://schemas.openxmlformats.org/drawingml/2006/main">
              <a:ext uri="{FF2B5EF4-FFF2-40B4-BE49-F238E27FC236}">
                <a16:creationId xmlns:a16="http://schemas.microsoft.com/office/drawing/2014/main" id="{639ED79F-CE32-4587-9F9C-BB95D8AC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157980"/>
            <a:ext cx="419100" cy="419100"/>
          </a:xfrm>
          <a:custGeom xmlns:a="http://schemas.openxmlformats.org/drawingml/2006/main"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pathLst>
              <a:path w="660" h="660">
                <a:moveTo>
                  <a:pt x="120" y="0"/>
                </a:moveTo>
                <a:lnTo>
                  <a:pt x="540" y="0"/>
                </a:lnTo>
                <a:cubicBezTo>
                  <a:pt x="606" y="0"/>
                  <a:pt x="660" y="54"/>
                  <a:pt x="660" y="120"/>
                </a:cubicBezTo>
                <a:lnTo>
                  <a:pt x="660" y="540"/>
                </a:lnTo>
                <a:cubicBezTo>
                  <a:pt x="660" y="606"/>
                  <a:pt x="606" y="660"/>
                  <a:pt x="540" y="660"/>
                </a:cubicBezTo>
                <a:lnTo>
                  <a:pt x="120" y="660"/>
                </a:lnTo>
                <a:cubicBezTo>
                  <a:pt x="54" y="660"/>
                  <a:pt x="0" y="606"/>
                  <a:pt x="0" y="54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alpha val="1607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64" name="图片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ceeac12994091">
            <a:extLst>
              <a:ext uri="{96DAC541-7B7A-43D3-8B79-37D633B846F1}">
                <asvg:svgBlip xmlns:asvg="http://schemas.microsoft.com/office/drawing/2016/SVG/main" r:embed="R1eff743b43ef4ca9"/>
              </a:ext>
            </a:extLst>
          </a:blip>
          <a:srcRect xmlns:a="http://schemas.openxmlformats.org/drawingml/2006/main" l="-7500" t="-5278" r="-7500" b="-52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30420" y="4238625"/>
            <a:ext cx="219075" cy="252730"/>
          </a:xfrm>
          <a:prstGeom xmlns:a="http://schemas.openxmlformats.org/drawingml/2006/main" prst="rect">
            <a:avLst/>
          </a:prstGeom>
        </p:spPr>
      </p:pic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F4CAD34B-87FB-4832-9F80-5C46F203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199" y="4142946"/>
            <a:ext cx="2559025" cy="311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b="1" spc="36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AgentResultV2</a:t>
            </a:r>
            <a:endParaRPr b="1" spc="36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C399695C-AAA9-4F44-A57A-A1EC5BF8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199" y="4466796"/>
            <a:ext cx="25590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Specialist 只提交 proposal
不直接修改规范状态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任意多边形 26">
            <a:extLst xmlns:a="http://schemas.openxmlformats.org/drawingml/2006/main">
              <a:ext uri="{FF2B5EF4-FFF2-40B4-BE49-F238E27FC236}">
                <a16:creationId xmlns:a16="http://schemas.microsoft.com/office/drawing/2014/main" id="{CB280CF0-2BCC-484D-9739-BED0E6D1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5144770"/>
            <a:ext cx="419100" cy="419100"/>
          </a:xfrm>
          <a:custGeom xmlns:a="http://schemas.openxmlformats.org/drawingml/2006/main"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pathLst>
              <a:path w="660" h="660">
                <a:moveTo>
                  <a:pt x="120" y="0"/>
                </a:moveTo>
                <a:lnTo>
                  <a:pt x="540" y="0"/>
                </a:lnTo>
                <a:cubicBezTo>
                  <a:pt x="606" y="0"/>
                  <a:pt x="660" y="54"/>
                  <a:pt x="660" y="120"/>
                </a:cubicBezTo>
                <a:lnTo>
                  <a:pt x="660" y="540"/>
                </a:lnTo>
                <a:cubicBezTo>
                  <a:pt x="660" y="606"/>
                  <a:pt x="606" y="660"/>
                  <a:pt x="540" y="660"/>
                </a:cubicBezTo>
                <a:lnTo>
                  <a:pt x="120" y="660"/>
                </a:lnTo>
                <a:cubicBezTo>
                  <a:pt x="54" y="660"/>
                  <a:pt x="0" y="606"/>
                  <a:pt x="0" y="54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alpha val="1607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6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5398ec9b0470e">
            <a:extLst>
              <a:ext uri="{96DAC541-7B7A-43D3-8B79-37D633B846F1}">
                <asvg:svgBlip xmlns:asvg="http://schemas.microsoft.com/office/drawing/2016/SVG/main" r:embed="R85463d84cd2c4da4"/>
              </a:ext>
            </a:extLst>
          </a:blip>
          <a:srcRect xmlns:a="http://schemas.openxmlformats.org/drawingml/2006/main" l="-4691" t="-1026" r="-4691" b="-10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99305" y="5225415"/>
            <a:ext cx="281305" cy="252730"/>
          </a:xfrm>
          <a:prstGeom xmlns:a="http://schemas.openxmlformats.org/drawingml/2006/main" prst="rect">
            <a:avLst/>
          </a:prstGeom>
        </p:spPr>
      </p:pic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605334CF-B5AA-412D-A07C-251A09AF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199" y="5129679"/>
            <a:ext cx="2559025" cy="311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b="1" spc="36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私有 State</a:t>
            </a:r>
            <a:endParaRPr b="1" spc="36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文本框 29">
            <a:extLst xmlns:a="http://schemas.openxmlformats.org/drawingml/2006/main">
              <a:ext uri="{FF2B5EF4-FFF2-40B4-BE49-F238E27FC236}">
                <a16:creationId xmlns:a16="http://schemas.microsoft.com/office/drawing/2014/main" id="{F0634930-95DD-42FD-B943-16C34E1D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199" y="5453529"/>
            <a:ext cx="2559025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独立 input / state / output
schema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任意多边形 31">
            <a:extLst xmlns:a="http://schemas.openxmlformats.org/drawingml/2006/main">
              <a:ext uri="{FF2B5EF4-FFF2-40B4-BE49-F238E27FC236}">
                <a16:creationId xmlns:a16="http://schemas.microsoft.com/office/drawing/2014/main" id="{8C88369B-3FD0-4820-898D-3D8BC31C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45" y="2308860"/>
            <a:ext cx="3521075" cy="4163060"/>
          </a:xfrm>
          <a:custGeom xmlns:a="http://schemas.openxmlformats.org/drawingml/2006/main">
            <a:gdLst>
              <a:gd name="sw" fmla="*/ 1 w 5544"/>
              <a:gd name="sh" fmla="*/ 1 h 6556"/>
              <a:gd name="mins" fmla="min sw sh"/>
              <a:gd name="dsw" fmla="+- 0 sw mins"/>
              <a:gd name="dsh" fmla="+- 0 sh mins"/>
              <a:gd name="p0x0" fmla="*/ 120 w 5544"/>
              <a:gd name="p0y0" fmla="*/ 0 h 6556"/>
              <a:gd name="p0x1" fmla="*/ 5424 w 5544"/>
              <a:gd name="p0y1" fmla="*/ 0 h 6556"/>
              <a:gd name="p0x2" fmla="*/ 5491 w 5544"/>
              <a:gd name="p0y2" fmla="*/ 0 h 6556"/>
              <a:gd name="p0x3" fmla="*/ 5544 w 5544"/>
              <a:gd name="p0y3" fmla="*/ 53 h 6556"/>
              <a:gd name="p0x4" fmla="*/ 5544 w 5544"/>
              <a:gd name="p0y4" fmla="*/ 120 h 6556"/>
              <a:gd name="p0x5" fmla="*/ 5544 w 5544"/>
              <a:gd name="p0y5" fmla="*/ 6436 h 6556"/>
              <a:gd name="p0x6" fmla="*/ 5544 w 5544"/>
              <a:gd name="p0y6" fmla="*/ 6502 h 6556"/>
              <a:gd name="p0x7" fmla="*/ 5491 w 5544"/>
              <a:gd name="p0y7" fmla="*/ 6556 h 6556"/>
              <a:gd name="p0x8" fmla="*/ 5424 w 5544"/>
              <a:gd name="p0y8" fmla="*/ 6556 h 6556"/>
              <a:gd name="p0x9" fmla="*/ 120 w 5544"/>
              <a:gd name="p0y9" fmla="*/ 6556 h 6556"/>
              <a:gd name="p0x10" fmla="*/ 53 w 5544"/>
              <a:gd name="p0y10" fmla="*/ 6556 h 6556"/>
              <a:gd name="p0x11" fmla="*/ 0 w 5544"/>
              <a:gd name="p0y11" fmla="*/ 6502 h 6556"/>
              <a:gd name="p0x12" fmla="*/ 0 w 5544"/>
              <a:gd name="p0y12" fmla="*/ 6436 h 6556"/>
              <a:gd name="p0x13" fmla="*/ 0 w 5544"/>
              <a:gd name="p0y13" fmla="*/ 120 h 6556"/>
              <a:gd name="p0x14" fmla="*/ 0 w 5544"/>
              <a:gd name="p0y14" fmla="*/ 53 h 6556"/>
              <a:gd name="p0x15" fmla="*/ 53 w 5544"/>
              <a:gd name="p0y15" fmla="*/ 0 h 6556"/>
              <a:gd name="p0x16" fmla="*/ 120 w 5544"/>
              <a:gd name="p0y16" fmla="*/ 0 h 6556"/>
            </a:gdLst>
            <a:pathLst>
              <a:path w="0" h="0">
                <a:moveTo>
                  <a:pt x="0" y="0"/>
                </a:move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lnTo>
                  <a:pt x="0" y="0"/>
                </a:ln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9525" cmpd="sng">
            <a:solidFill>
              <a:srgbClr val="FFFFFF">
                <a:alpha val="10980"/>
              </a:srgbClr>
            </a:solidFill>
            <a:prstDash val="solid"/>
          </a:ln>
          <a:effectLst xmlns:a="http://schemas.openxmlformats.org/drawingml/2006/main">
            <a:outerShdw blurRad="142875" algn="ctr" rotWithShape="0">
              <a:schemeClr val="accent2">
                <a:alpha val="12157"/>
              </a:schemeClr>
            </a:outerShdw>
          </a:effectLst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文本框 32">
            <a:extLst xmlns:a="http://schemas.openxmlformats.org/drawingml/2006/main">
              <a:ext uri="{FF2B5EF4-FFF2-40B4-BE49-F238E27FC236}">
                <a16:creationId xmlns:a16="http://schemas.microsoft.com/office/drawing/2014/main" id="{1CEBCEF0-119B-4930-B102-CDF4E6EF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874" y="2745686"/>
            <a:ext cx="313052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 spc="42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五个 Specialist</a:t>
            </a:r>
            <a:endParaRPr sz="2100" b="1" spc="42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任意多边形 33">
            <a:extLst xmlns:a="http://schemas.openxmlformats.org/drawingml/2006/main">
              <a:ext uri="{FF2B5EF4-FFF2-40B4-BE49-F238E27FC236}">
                <a16:creationId xmlns:a16="http://schemas.microsoft.com/office/drawing/2014/main" id="{6E516739-6D9B-496B-8E64-2D534642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15" y="3171190"/>
            <a:ext cx="495300" cy="495300"/>
          </a:xfrm>
          <a:custGeom xmlns:a="http://schemas.openxmlformats.org/drawingml/2006/main"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pathLst>
              <a:path w="780" h="780">
                <a:moveTo>
                  <a:pt x="120" y="0"/>
                </a:moveTo>
                <a:lnTo>
                  <a:pt x="660" y="0"/>
                </a:lnTo>
                <a:cubicBezTo>
                  <a:pt x="726" y="0"/>
                  <a:pt x="780" y="54"/>
                  <a:pt x="780" y="120"/>
                </a:cubicBezTo>
                <a:lnTo>
                  <a:pt x="780" y="660"/>
                </a:lnTo>
                <a:cubicBezTo>
                  <a:pt x="780" y="726"/>
                  <a:pt x="726" y="780"/>
                  <a:pt x="660" y="780"/>
                </a:cubicBezTo>
                <a:lnTo>
                  <a:pt x="120" y="780"/>
                </a:lnTo>
                <a:cubicBezTo>
                  <a:pt x="54" y="780"/>
                  <a:pt x="0" y="726"/>
                  <a:pt x="0" y="66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alpha val="1607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74" name="图片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91694f37a4cbb">
            <a:extLst>
              <a:ext uri="{96DAC541-7B7A-43D3-8B79-37D633B846F1}">
                <asvg:svgBlip xmlns:asvg="http://schemas.microsoft.com/office/drawing/2016/SVG/main" r:embed="R14834e18938d4409"/>
              </a:ext>
            </a:extLst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02165" y="326644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36" name="文本框 35">
            <a:extLst xmlns:a="http://schemas.openxmlformats.org/drawingml/2006/main">
              <a:ext uri="{FF2B5EF4-FFF2-40B4-BE49-F238E27FC236}">
                <a16:creationId xmlns:a16="http://schemas.microsoft.com/office/drawing/2014/main" id="{B02CBC3D-3CCE-4A4D-BF51-47F5DDBB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759" y="3765814"/>
            <a:ext cx="1622669" cy="311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</a:pPr>
            <a:r>
              <a:rPr b="1" spc="36">
                <a:solidFill>
                  <a:srgbClr val="F4F4F5"/>
                </a:solidFill>
                <a:latin typeface="Microsoft YaHei"/>
                <a:ea typeface="Microsoft YaHei"/>
                <a:cs typeface="Microsoft YaHei"/>
              </a:rPr>
              <a:t>私有 Agent</a:t>
            </a:r>
            <a:endParaRPr b="1" spc="36">
              <a:solidFill>
                <a:srgbClr val="F4F4F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7" name="文本框 36">
            <a:extLst xmlns:a="http://schemas.openxmlformats.org/drawingml/2006/main">
              <a:ext uri="{FF2B5EF4-FFF2-40B4-BE49-F238E27FC236}">
                <a16:creationId xmlns:a16="http://schemas.microsoft.com/office/drawing/2014/main" id="{C4650388-F20E-4457-B696-9E83AA29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147" y="4089664"/>
            <a:ext cx="2571826" cy="5714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3000"/>
              </a:lnSpc>
              <a:buNone/>
            </a:pPr>
            <a:r>
              <a:rPr sz="1350">
                <a:solidFill>
                  <a:schemeClr val="tx2">
                    <a:lumMod val="0"/>
                    <a:lumOff val="100000"/>
                    <a:alpha val="72157"/>
                  </a:schemeClr>
                </a:solidFill>
                <a:latin typeface="Microsoft YaHei"/>
                <a:ea typeface="Microsoft YaHei"/>
                <a:cs typeface="Microsoft YaHei"/>
              </a:rPr>
              <a:t>Recognition · Intent
Retrieval · Explanation
Memory</a:t>
            </a:r>
            <a:endParaRPr sz="1350">
              <a:solidFill>
                <a:schemeClr val="tx2">
                  <a:lumMod val="0"/>
                  <a:lumOff val="100000"/>
                  <a:alpha val="72157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31882694"/>
      </p:ext>
    </p:extLst>
  </p:cSld>
</p:sld>
</file>

<file path=ppt/theme/theme1.xml><?xml version="1.0" encoding="utf-8"?>
<a:theme xmlns:a="http://schemas.openxmlformats.org/drawingml/2006/main" name="商务风黑金色通用模板">
  <a:themeElements>
    <a:clrScheme name="自定义 193">
      <a:dk1>
        <a:srgbClr val="000000"/>
      </a:dk1>
      <a:lt1>
        <a:srgbClr val="FFFFFF"/>
      </a:lt1>
      <a:dk2>
        <a:srgbClr val="0D0D0D"/>
      </a:dk2>
      <a:lt2>
        <a:srgbClr val="F5F7FF"/>
      </a:lt2>
      <a:accent1>
        <a:srgbClr val="AF753D"/>
      </a:accent1>
      <a:accent2>
        <a:srgbClr val="FFA912"/>
      </a:accent2>
      <a:accent3>
        <a:srgbClr val="9C60FF"/>
      </a:accent3>
      <a:accent4>
        <a:srgbClr val="17D594"/>
      </a:accent4>
      <a:accent5>
        <a:srgbClr val="F84949"/>
      </a:accent5>
      <a:accent6>
        <a:srgbClr val="EEC000"/>
      </a:accent6>
      <a:hlink>
        <a:srgbClr val="304FFE"/>
      </a:hlink>
      <a:folHlink>
        <a:srgbClr val="492067"/>
      </a:folHlink>
    </a:clrScheme>
    <a:fontScheme name="自定义 1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2026-08-24T01:46:47.1510000Z</dcterms:created>
  <dcterms:modified xsi:type="dcterms:W3CDTF">2026-08-24T01:46:47.1510000Z</dcterms:modified>
</coreProperties>
</file>