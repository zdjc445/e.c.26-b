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d5ed7ca33c4c37" /><Relationship Type="http://schemas.openxmlformats.org/officeDocument/2006/relationships/extended-properties" Target="/docProps/app.xml" Id="Reea700cea0384329" /><Relationship Type="http://schemas.openxmlformats.org/officeDocument/2006/relationships/officeDocument" Target="/ppt/presentation.xml" Id="R123412889c5148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2c1059e2444be5"/>
  </p:sldMasterIdLst>
  <p:notesMasterIdLst>
    <p:notesMasterId xmlns:r="http://schemas.openxmlformats.org/officeDocument/2006/relationships" r:id="R05a15f710dd34345"/>
  </p:notesMasterIdLst>
  <p:sldIdLst>
    <p:sldId xmlns:r="http://schemas.openxmlformats.org/officeDocument/2006/relationships" id="256" r:id="R822e6edc4a984e05"/>
    <p:sldId xmlns:r="http://schemas.openxmlformats.org/officeDocument/2006/relationships" id="257" r:id="R927c4e39745c4096"/>
    <p:sldId xmlns:r="http://schemas.openxmlformats.org/officeDocument/2006/relationships" id="258" r:id="Rc184301b7ae341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3bf16d57ed4dce" /><Relationship Type="http://schemas.openxmlformats.org/officeDocument/2006/relationships/slideMaster" Target="/ppt/slideMasters/slideMaster1.xml" Id="Rec2c1059e2444be5" /><Relationship Type="http://schemas.openxmlformats.org/officeDocument/2006/relationships/notesMaster" Target="/ppt/notesMasters/notesMaster1.xml" Id="R05a15f710dd34345" /><Relationship Type="http://schemas.openxmlformats.org/officeDocument/2006/relationships/presProps" Target="/ppt/presProps.xml" Id="R4f12a2ddcdbc40bf" /><Relationship Type="http://schemas.openxmlformats.org/officeDocument/2006/relationships/viewProps" Target="/ppt/viewProps.xml" Id="Rff1213d257334384" /><Relationship Type="http://schemas.openxmlformats.org/officeDocument/2006/relationships/tableStyles" Target="/ppt/tableStyles.xml" Id="R9c94b36b99c54775" /><Relationship Type="http://schemas.openxmlformats.org/officeDocument/2006/relationships/slide" Target="/ppt/slides/slide1.xml" Id="R822e6edc4a984e05" /><Relationship Type="http://schemas.openxmlformats.org/officeDocument/2006/relationships/slide" Target="/ppt/slides/slide2.xml" Id="R927c4e39745c4096" /><Relationship Type="http://schemas.openxmlformats.org/officeDocument/2006/relationships/slide" Target="/ppt/slides/slide3.xml" Id="Rc184301b7ae341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056a87574442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商务风黑金色通用模板">
  <a:themeElements>
    <a:clrScheme name="自定义 193">
      <a:dk1>
        <a:srgbClr val="000000"/>
      </a:dk1>
      <a:lt1>
        <a:srgbClr val="FFFFFF"/>
      </a:lt1>
      <a:dk2>
        <a:srgbClr val="0D0D0D"/>
      </a:dk2>
      <a:lt2>
        <a:srgbClr val="F5F7FF"/>
      </a:lt2>
      <a:accent1>
        <a:srgbClr val="AF753D"/>
      </a:accent1>
      <a:accent2>
        <a:srgbClr val="FFA912"/>
      </a:accent2>
      <a:accent3>
        <a:srgbClr val="9C60FF"/>
      </a:accent3>
      <a:accent4>
        <a:srgbClr val="17D594"/>
      </a:accent4>
      <a:accent5>
        <a:srgbClr val="F84949"/>
      </a:accent5>
      <a:accent6>
        <a:srgbClr val="EEC000"/>
      </a:accent6>
      <a:hlink>
        <a:srgbClr val="304FFE"/>
      </a:hlink>
      <a:folHlink>
        <a:srgbClr val="492067"/>
      </a:folHlink>
    </a:clrScheme>
    <a:fontScheme name="自定义 1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自定义 19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7625feaa1b4c82" /><Relationship Type="http://schemas.openxmlformats.org/officeDocument/2006/relationships/notesMaster" Target="/ppt/notesMasters/notesMaster1.xml" Id="R2ed11edfb19e48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e06b8c027c4f06" /><Relationship Type="http://schemas.openxmlformats.org/officeDocument/2006/relationships/notesMaster" Target="/ppt/notesMasters/notesMaster1.xml" Id="R450b7f61cc754f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412a8749fc45fb" /><Relationship Type="http://schemas.openxmlformats.org/officeDocument/2006/relationships/notesMaster" Target="/ppt/notesMasters/notesMaster1.xml" Id="Rc0c3ffd8cf4d4f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封面：识价镜 AI Agent 技术面试演示。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四个技术点来自简历中的识价镜项目亮点。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D:\实习\简历\output\pdf\张思成_简历.pdf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核心问题：相似图不等于同款商品，只有确定可比较对象后价格比较才有意义。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D:\实习\简历\output\pdf\张思成_简历.pdf</a:t>
            </a:r>
          </a:p>
          <a:p xmlns:a="http://schemas.openxmlformats.org/drawingml/2006/main">
            <a:r>
              <a:t>- D:\E.C.26-B\src\shijiajing_agent\contracts.py</a:t>
            </a:r>
          </a:p>
          <a:p xmlns:a="http://schemas.openxmlformats.org/drawingml/2006/main">
            <a:r>
              <a:t>- D:\E.C.26-B\docs\architecture.md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7e2db16bb49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11a041322d4f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abd0f921d44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08ed9744d4c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dc17010294e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3f328ecda41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6edcd848d248c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867fa67c341a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f72f486604d0d" /><Relationship Type="http://schemas.openxmlformats.org/officeDocument/2006/relationships/image" Target="/ppt/media/image.png" Id="R729103086b23430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ba0fedaf84b3c" /><Relationship Type="http://schemas.openxmlformats.org/officeDocument/2006/relationships/image" Target="/ppt/media/image.png" Id="R0519c6e3c963467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7942dd1009486d" /><Relationship Type="http://schemas.openxmlformats.org/officeDocument/2006/relationships/image" Target="/ppt/media/image.png" Id="Red6d688ead5e4ee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de42c4d1d49fc" /></Relationships>
</file>

<file path=ppt/slideLayouts/slideLayout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4409EF6-F7BE-4C6C-838A-1EFD0FDDA9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2F59B74-CAAF-4B13-A806-D4AC86C599D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43E851C-8EF0-4DB3-BBFC-12BBB3F8BF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44806A9-A3D1-4B04-B09F-7714B6D4AD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A0AACE6-0A4E-4127-B4FF-E0B3356781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3BC591A-3366-4637-B638-1C249F6CC43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656000" y="895400"/>
            <a:ext cx="2880000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600">
                <a:gradFill>
                  <a:gsLst>
                    <a:gs pos="0">
                      <a:schemeClr val="accent1"/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13500000" scaled="1"/>
                </a:gradFill>
              </a:defRPr>
            </a:lvl1pPr>
          </a:lstStyle>
          <a:p xmlns:a="http://schemas.openxmlformats.org/drawingml/2006/main">
            <a:r>
              <a:t>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AD09DAB-CA1E-4C18-B63A-4823D8A12D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5B06876-15C3-4B79-873F-1FE6B1AED2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5CB76A-B265-492F-B7A3-3CB4DAA50B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42E3F75-1EDA-4C4C-9382-3FBB8FCA6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600EE82-F988-4C4C-825D-8132BA002C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EA87A7-B662-4F25-BFFF-760526158E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5BEFF41-0342-489D-A5D6-6B498C3418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CA707B4-0878-47E3-AE67-39023B9C3E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A207FA8-EE79-4553-B7A9-2361EA8846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84B567-DC1A-41A2-9E52-23B3AB623DBD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6D65B7E-B11A-4184-B291-C9E46DBFE9A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4667BA0-5061-42C8-ABF2-A2DB7BB49E8E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B41DA47-7CE0-43FD-9D6E-B5B9918B09D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120EC37-9697-4DDD-9EF6-89E433B5CA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D0006A5-D5E4-4AE1-8352-A9ED6FF9D0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872FDA6-A446-402E-9EEB-D96950B2EC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F1BF5988-AA55-4F68-9BF4-984F8B3836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D1DC25D-7F84-4DBA-94E7-43E4EBD0AD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B981076-CC0C-40D9-AF01-6A11E5F098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8FBE1F4-3422-448B-A3F9-CEB7826F3E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E36F83D-BAC4-4A5A-81F7-DE562983A2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E956731-9B86-48D7-92A1-407BD637D4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1B9A90E-64BF-4B91-88B8-646FA334C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B5D35D1-9C89-43C8-BE46-F1D490AEBC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68AFB526-2A1F-4BAF-A559-B2CDD9D63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BE04D09-5E26-4D52-BB31-6BAC2F68C5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1EC5234-0D7E-4FC7-80A0-649B16A79E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4B29146-BA01-4E05-B162-40F53543F2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93EB6DF-97B2-43EF-817B-35B81DDF6FC5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A1E6351-ECD1-472D-932A-92AFB45C8E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CCF4BF-1341-4040-94D0-0259920C39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0F43FBC-D0DE-4531-9365-ECE035D36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E66146A-EE38-487F-87A7-D1CCDB0EBD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0" preserve="1" userDrawn="1">
  <p:cSld name="封面页_1_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103086b234305"/>
          <a:srcRect xmlns:a="http://schemas.openxmlformats.org/drawingml/2006/main" l="0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</p:spPr>
      </p:pic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AA29673F-514B-40B7-8B34-E8F3C1F9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886" y="5771250"/>
            <a:ext cx="1407114" cy="1086751"/>
          </a:xfrm>
          <a:custGeom xmlns:a="http://schemas.openxmlformats.org/drawingml/2006/main">
            <a:gdLst>
              <a:gd name="connsiteX0" fmla="*/ 1407114 w 1407114"/>
              <a:gd name="connsiteY0" fmla="*/ 0 h 1086751"/>
              <a:gd name="connsiteX1" fmla="*/ 1407114 w 1407114"/>
              <a:gd name="connsiteY1" fmla="*/ 70608 h 1086751"/>
              <a:gd name="connsiteX2" fmla="*/ 1226839 w 1407114"/>
              <a:gd name="connsiteY2" fmla="*/ 109175 h 1086751"/>
              <a:gd name="connsiteX3" fmla="*/ 133132 w 1407114"/>
              <a:gd name="connsiteY3" fmla="*/ 925835 h 1086751"/>
              <a:gd name="connsiteX4" fmla="*/ 71494 w 1407114"/>
              <a:gd name="connsiteY4" fmla="*/ 1086751 h 1086751"/>
              <a:gd name="connsiteX5" fmla="*/ 0 w 1407114"/>
              <a:gd name="connsiteY5" fmla="*/ 1086751 h 1086751"/>
              <a:gd name="connsiteX6" fmla="*/ 23802 w 1407114"/>
              <a:gd name="connsiteY6" fmla="*/ 1014434 h 1086751"/>
              <a:gd name="connsiteX7" fmla="*/ 1215693 w 1407114"/>
              <a:gd name="connsiteY7" fmla="*/ 40251 h 1086751"/>
            </a:gdLst>
            <a:rect l="l" t="t" r="r" b="b"/>
            <a:pathLst>
              <a:path w="1407114" h="1086751">
                <a:moveTo>
                  <a:pt x="1407114" y="0"/>
                </a:moveTo>
                <a:lnTo>
                  <a:pt x="1407114" y="70608"/>
                </a:lnTo>
                <a:lnTo>
                  <a:pt x="1226839" y="109175"/>
                </a:lnTo>
                <a:cubicBezTo>
                  <a:pt x="794319" y="221663"/>
                  <a:pt x="354418" y="465257"/>
                  <a:pt x="133132" y="925835"/>
                </a:cubicBezTo>
                <a:lnTo>
                  <a:pt x="71494" y="1086751"/>
                </a:lnTo>
                <a:lnTo>
                  <a:pt x="0" y="1086751"/>
                </a:lnTo>
                <a:lnTo>
                  <a:pt x="23802" y="1014434"/>
                </a:lnTo>
                <a:cubicBezTo>
                  <a:pt x="235933" y="447183"/>
                  <a:pt x="728354" y="165077"/>
                  <a:pt x="1215693" y="40251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9E3875D6-91CA-4FE4-AA53-97AB812A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1190319" cy="2386280"/>
          </a:xfrm>
          <a:custGeom xmlns:a="http://schemas.openxmlformats.org/drawingml/2006/main">
            <a:gdLst>
              <a:gd name="connsiteX0" fmla="*/ 1120355 w 1190319"/>
              <a:gd name="connsiteY0" fmla="*/ 0 h 2386280"/>
              <a:gd name="connsiteX1" fmla="*/ 1190319 w 1190319"/>
              <a:gd name="connsiteY1" fmla="*/ 0 h 2386280"/>
              <a:gd name="connsiteX2" fmla="*/ 1180803 w 1190319"/>
              <a:gd name="connsiteY2" fmla="*/ 22701 h 2386280"/>
              <a:gd name="connsiteX3" fmla="*/ 1138519 w 1190319"/>
              <a:gd name="connsiteY3" fmla="*/ 145066 h 2386280"/>
              <a:gd name="connsiteX4" fmla="*/ 1069552 w 1190319"/>
              <a:gd name="connsiteY4" fmla="*/ 457488 h 2386280"/>
              <a:gd name="connsiteX5" fmla="*/ 1031785 w 1190319"/>
              <a:gd name="connsiteY5" fmla="*/ 733462 h 2386280"/>
              <a:gd name="connsiteX6" fmla="*/ 977596 w 1190319"/>
              <a:gd name="connsiteY6" fmla="*/ 1261109 h 2386280"/>
              <a:gd name="connsiteX7" fmla="*/ 893851 w 1190319"/>
              <a:gd name="connsiteY7" fmla="*/ 1564852 h 2386280"/>
              <a:gd name="connsiteX8" fmla="*/ 634404 w 1190319"/>
              <a:gd name="connsiteY8" fmla="*/ 1948439 h 2386280"/>
              <a:gd name="connsiteX9" fmla="*/ 263295 w 1190319"/>
              <a:gd name="connsiteY9" fmla="*/ 2245239 h 2386280"/>
              <a:gd name="connsiteX10" fmla="*/ 0 w 1190319"/>
              <a:gd name="connsiteY10" fmla="*/ 2386280 h 2386280"/>
              <a:gd name="connsiteX11" fmla="*/ 0 w 1190319"/>
              <a:gd name="connsiteY11" fmla="*/ 2302037 h 2386280"/>
              <a:gd name="connsiteX12" fmla="*/ 44283 w 1190319"/>
              <a:gd name="connsiteY12" fmla="*/ 2284075 h 2386280"/>
              <a:gd name="connsiteX13" fmla="*/ 209106 w 1190319"/>
              <a:gd name="connsiteY13" fmla="*/ 2198376 h 2386280"/>
              <a:gd name="connsiteX14" fmla="*/ 578573 w 1190319"/>
              <a:gd name="connsiteY14" fmla="*/ 1915460 h 2386280"/>
              <a:gd name="connsiteX15" fmla="*/ 839662 w 1190319"/>
              <a:gd name="connsiteY15" fmla="*/ 1519725 h 2386280"/>
              <a:gd name="connsiteX16" fmla="*/ 923409 w 1190319"/>
              <a:gd name="connsiteY16" fmla="*/ 1215981 h 2386280"/>
              <a:gd name="connsiteX17" fmla="*/ 969387 w 1190319"/>
              <a:gd name="connsiteY17" fmla="*/ 695277 h 2386280"/>
              <a:gd name="connsiteX18" fmla="*/ 1008796 w 1190319"/>
              <a:gd name="connsiteY18" fmla="*/ 408889 h 2386280"/>
              <a:gd name="connsiteX19" fmla="*/ 1085973 w 1190319"/>
              <a:gd name="connsiteY19" fmla="*/ 99938 h 2386280"/>
            </a:gdLst>
            <a:rect l="l" t="t" r="r" b="b"/>
            <a:pathLst>
              <a:path w="1190319" h="2386280">
                <a:moveTo>
                  <a:pt x="1120355" y="0"/>
                </a:moveTo>
                <a:lnTo>
                  <a:pt x="1190319" y="0"/>
                </a:lnTo>
                <a:lnTo>
                  <a:pt x="1180803" y="22701"/>
                </a:lnTo>
                <a:cubicBezTo>
                  <a:pt x="1166024" y="60886"/>
                  <a:pt x="1151656" y="101674"/>
                  <a:pt x="1138519" y="145066"/>
                </a:cubicBezTo>
                <a:cubicBezTo>
                  <a:pt x="1104037" y="261357"/>
                  <a:pt x="1082689" y="367233"/>
                  <a:pt x="1069552" y="457488"/>
                </a:cubicBezTo>
                <a:cubicBezTo>
                  <a:pt x="1059700" y="514767"/>
                  <a:pt x="1044922" y="611965"/>
                  <a:pt x="1031785" y="733462"/>
                </a:cubicBezTo>
                <a:cubicBezTo>
                  <a:pt x="1003869" y="985135"/>
                  <a:pt x="1012081" y="1082333"/>
                  <a:pt x="977596" y="1261109"/>
                </a:cubicBezTo>
                <a:cubicBezTo>
                  <a:pt x="964460" y="1330536"/>
                  <a:pt x="946535" y="1436412"/>
                  <a:pt x="893851" y="1564852"/>
                </a:cubicBezTo>
                <a:cubicBezTo>
                  <a:pt x="844589" y="1668993"/>
                  <a:pt x="762485" y="1807848"/>
                  <a:pt x="634404" y="1948439"/>
                </a:cubicBezTo>
                <a:cubicBezTo>
                  <a:pt x="499754" y="2095970"/>
                  <a:pt x="361820" y="2189697"/>
                  <a:pt x="263295" y="2245239"/>
                </a:cubicBezTo>
                <a:lnTo>
                  <a:pt x="0" y="2386280"/>
                </a:lnTo>
                <a:lnTo>
                  <a:pt x="0" y="2302037"/>
                </a:lnTo>
                <a:lnTo>
                  <a:pt x="44283" y="2284075"/>
                </a:lnTo>
                <a:cubicBezTo>
                  <a:pt x="96213" y="2260426"/>
                  <a:pt x="151633" y="2232222"/>
                  <a:pt x="209106" y="2198376"/>
                </a:cubicBezTo>
                <a:cubicBezTo>
                  <a:pt x="309273" y="2141098"/>
                  <a:pt x="442280" y="2062993"/>
                  <a:pt x="578573" y="1915460"/>
                </a:cubicBezTo>
                <a:cubicBezTo>
                  <a:pt x="650824" y="1837355"/>
                  <a:pt x="754274" y="1707178"/>
                  <a:pt x="839662" y="1519725"/>
                </a:cubicBezTo>
                <a:cubicBezTo>
                  <a:pt x="885640" y="1394756"/>
                  <a:pt x="910272" y="1288880"/>
                  <a:pt x="923409" y="1215981"/>
                </a:cubicBezTo>
                <a:cubicBezTo>
                  <a:pt x="952966" y="1045885"/>
                  <a:pt x="938186" y="993814"/>
                  <a:pt x="969387" y="695277"/>
                </a:cubicBezTo>
                <a:cubicBezTo>
                  <a:pt x="979239" y="598079"/>
                  <a:pt x="989092" y="518238"/>
                  <a:pt x="1008796" y="408889"/>
                </a:cubicBezTo>
                <a:cubicBezTo>
                  <a:pt x="1039995" y="245735"/>
                  <a:pt x="1076121" y="132917"/>
                  <a:pt x="1085973" y="99938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68E164B-5926-40B8-B373-8A894738EBF5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CC1F0E0-649A-41A7-A97F-927C44F763D5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93FE3DA-DB07-49EF-96BA-A1BB3ADD9FF9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F66E1B58-1668-4CF8-BBA0-C05D90A73B37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2145771" y="1981200"/>
            <a:ext cx="78750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20XX YEAR</a:t>
            </a:r>
            <a:endParaRPr/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597389D0-7CF9-4AAF-9CBB-F03026349716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1903677" y="2489200"/>
            <a:ext cx="8384646" cy="18796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gradFill>
                  <a:gsLst>
                    <a:gs pos="0">
                      <a:schemeClr val="accent1"/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13500000" scaled="1"/>
                </a:gradFill>
              </a:defRPr>
            </a:lvl1pPr>
          </a:lstStyle>
          <a:p xmlns:a="http://schemas.openxmlformats.org/drawingml/2006/main">
            <a:r>
              <a:t>单击此处添加文档标题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9B293643-C71D-4A4A-8041-86656A1C5C7D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4812859" y="4419600"/>
            <a:ext cx="2540882" cy="533400"/>
          </a:xfrm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BY WPS</a:t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0" preserve="1" userDrawn="1">
  <p:cSld name="章节页_1_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9c6e3c963467c"/>
          <a:srcRect xmlns:a="http://schemas.openxmlformats.org/drawingml/2006/main" l="0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</p:spPr>
      </p:pic>
      <p:sp>
        <p:nvSpPr>
          <p:cNvPr id="9" name="任意多边形: 形状 8">
            <a:extLst xmlns:a="http://schemas.openxmlformats.org/drawingml/2006/main">
              <a:ext uri="{FF2B5EF4-FFF2-40B4-BE49-F238E27FC236}">
                <a16:creationId xmlns:a16="http://schemas.microsoft.com/office/drawing/2014/main" id="{1510B366-893C-4B37-847E-3BA3385F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886" y="5771250"/>
            <a:ext cx="1407114" cy="1086751"/>
          </a:xfrm>
          <a:custGeom xmlns:a="http://schemas.openxmlformats.org/drawingml/2006/main">
            <a:gdLst>
              <a:gd name="connsiteX0" fmla="*/ 1407114 w 1407114"/>
              <a:gd name="connsiteY0" fmla="*/ 0 h 1086751"/>
              <a:gd name="connsiteX1" fmla="*/ 1407114 w 1407114"/>
              <a:gd name="connsiteY1" fmla="*/ 70608 h 1086751"/>
              <a:gd name="connsiteX2" fmla="*/ 1226839 w 1407114"/>
              <a:gd name="connsiteY2" fmla="*/ 109175 h 1086751"/>
              <a:gd name="connsiteX3" fmla="*/ 133132 w 1407114"/>
              <a:gd name="connsiteY3" fmla="*/ 925835 h 1086751"/>
              <a:gd name="connsiteX4" fmla="*/ 71494 w 1407114"/>
              <a:gd name="connsiteY4" fmla="*/ 1086751 h 1086751"/>
              <a:gd name="connsiteX5" fmla="*/ 0 w 1407114"/>
              <a:gd name="connsiteY5" fmla="*/ 1086751 h 1086751"/>
              <a:gd name="connsiteX6" fmla="*/ 23802 w 1407114"/>
              <a:gd name="connsiteY6" fmla="*/ 1014434 h 1086751"/>
              <a:gd name="connsiteX7" fmla="*/ 1215693 w 1407114"/>
              <a:gd name="connsiteY7" fmla="*/ 40251 h 1086751"/>
            </a:gdLst>
            <a:rect l="l" t="t" r="r" b="b"/>
            <a:pathLst>
              <a:path w="1407114" h="1086751">
                <a:moveTo>
                  <a:pt x="1407114" y="0"/>
                </a:moveTo>
                <a:lnTo>
                  <a:pt x="1407114" y="70608"/>
                </a:lnTo>
                <a:lnTo>
                  <a:pt x="1226839" y="109175"/>
                </a:lnTo>
                <a:cubicBezTo>
                  <a:pt x="794319" y="221663"/>
                  <a:pt x="354418" y="465257"/>
                  <a:pt x="133132" y="925835"/>
                </a:cubicBezTo>
                <a:lnTo>
                  <a:pt x="71494" y="1086751"/>
                </a:lnTo>
                <a:lnTo>
                  <a:pt x="0" y="1086751"/>
                </a:lnTo>
                <a:lnTo>
                  <a:pt x="23802" y="1014434"/>
                </a:lnTo>
                <a:cubicBezTo>
                  <a:pt x="235933" y="447183"/>
                  <a:pt x="728354" y="165077"/>
                  <a:pt x="1215693" y="40251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任意多边形: 形状 9">
            <a:extLst xmlns:a="http://schemas.openxmlformats.org/drawingml/2006/main">
              <a:ext uri="{FF2B5EF4-FFF2-40B4-BE49-F238E27FC236}">
                <a16:creationId xmlns:a16="http://schemas.microsoft.com/office/drawing/2014/main" id="{109691CE-97F7-48A9-9527-C161EBB5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1190319" cy="2386280"/>
          </a:xfrm>
          <a:custGeom xmlns:a="http://schemas.openxmlformats.org/drawingml/2006/main">
            <a:gdLst>
              <a:gd name="connsiteX0" fmla="*/ 1120355 w 1190319"/>
              <a:gd name="connsiteY0" fmla="*/ 0 h 2386280"/>
              <a:gd name="connsiteX1" fmla="*/ 1190319 w 1190319"/>
              <a:gd name="connsiteY1" fmla="*/ 0 h 2386280"/>
              <a:gd name="connsiteX2" fmla="*/ 1180803 w 1190319"/>
              <a:gd name="connsiteY2" fmla="*/ 22701 h 2386280"/>
              <a:gd name="connsiteX3" fmla="*/ 1138519 w 1190319"/>
              <a:gd name="connsiteY3" fmla="*/ 145066 h 2386280"/>
              <a:gd name="connsiteX4" fmla="*/ 1069552 w 1190319"/>
              <a:gd name="connsiteY4" fmla="*/ 457488 h 2386280"/>
              <a:gd name="connsiteX5" fmla="*/ 1031785 w 1190319"/>
              <a:gd name="connsiteY5" fmla="*/ 733462 h 2386280"/>
              <a:gd name="connsiteX6" fmla="*/ 977596 w 1190319"/>
              <a:gd name="connsiteY6" fmla="*/ 1261109 h 2386280"/>
              <a:gd name="connsiteX7" fmla="*/ 893851 w 1190319"/>
              <a:gd name="connsiteY7" fmla="*/ 1564852 h 2386280"/>
              <a:gd name="connsiteX8" fmla="*/ 634404 w 1190319"/>
              <a:gd name="connsiteY8" fmla="*/ 1948439 h 2386280"/>
              <a:gd name="connsiteX9" fmla="*/ 263295 w 1190319"/>
              <a:gd name="connsiteY9" fmla="*/ 2245239 h 2386280"/>
              <a:gd name="connsiteX10" fmla="*/ 0 w 1190319"/>
              <a:gd name="connsiteY10" fmla="*/ 2386280 h 2386280"/>
              <a:gd name="connsiteX11" fmla="*/ 0 w 1190319"/>
              <a:gd name="connsiteY11" fmla="*/ 2302037 h 2386280"/>
              <a:gd name="connsiteX12" fmla="*/ 44283 w 1190319"/>
              <a:gd name="connsiteY12" fmla="*/ 2284075 h 2386280"/>
              <a:gd name="connsiteX13" fmla="*/ 209106 w 1190319"/>
              <a:gd name="connsiteY13" fmla="*/ 2198376 h 2386280"/>
              <a:gd name="connsiteX14" fmla="*/ 578573 w 1190319"/>
              <a:gd name="connsiteY14" fmla="*/ 1915460 h 2386280"/>
              <a:gd name="connsiteX15" fmla="*/ 839662 w 1190319"/>
              <a:gd name="connsiteY15" fmla="*/ 1519725 h 2386280"/>
              <a:gd name="connsiteX16" fmla="*/ 923409 w 1190319"/>
              <a:gd name="connsiteY16" fmla="*/ 1215981 h 2386280"/>
              <a:gd name="connsiteX17" fmla="*/ 969387 w 1190319"/>
              <a:gd name="connsiteY17" fmla="*/ 695277 h 2386280"/>
              <a:gd name="connsiteX18" fmla="*/ 1008796 w 1190319"/>
              <a:gd name="connsiteY18" fmla="*/ 408889 h 2386280"/>
              <a:gd name="connsiteX19" fmla="*/ 1085973 w 1190319"/>
              <a:gd name="connsiteY19" fmla="*/ 99938 h 2386280"/>
            </a:gdLst>
            <a:rect l="l" t="t" r="r" b="b"/>
            <a:pathLst>
              <a:path w="1190319" h="2386280">
                <a:moveTo>
                  <a:pt x="1120355" y="0"/>
                </a:moveTo>
                <a:lnTo>
                  <a:pt x="1190319" y="0"/>
                </a:lnTo>
                <a:lnTo>
                  <a:pt x="1180803" y="22701"/>
                </a:lnTo>
                <a:cubicBezTo>
                  <a:pt x="1166024" y="60886"/>
                  <a:pt x="1151656" y="101674"/>
                  <a:pt x="1138519" y="145066"/>
                </a:cubicBezTo>
                <a:cubicBezTo>
                  <a:pt x="1104037" y="261357"/>
                  <a:pt x="1082689" y="367233"/>
                  <a:pt x="1069552" y="457488"/>
                </a:cubicBezTo>
                <a:cubicBezTo>
                  <a:pt x="1059700" y="514767"/>
                  <a:pt x="1044922" y="611965"/>
                  <a:pt x="1031785" y="733462"/>
                </a:cubicBezTo>
                <a:cubicBezTo>
                  <a:pt x="1003869" y="985135"/>
                  <a:pt x="1012081" y="1082333"/>
                  <a:pt x="977596" y="1261109"/>
                </a:cubicBezTo>
                <a:cubicBezTo>
                  <a:pt x="964460" y="1330536"/>
                  <a:pt x="946535" y="1436412"/>
                  <a:pt x="893851" y="1564852"/>
                </a:cubicBezTo>
                <a:cubicBezTo>
                  <a:pt x="844589" y="1668993"/>
                  <a:pt x="762485" y="1807848"/>
                  <a:pt x="634404" y="1948439"/>
                </a:cubicBezTo>
                <a:cubicBezTo>
                  <a:pt x="499754" y="2095970"/>
                  <a:pt x="361820" y="2189697"/>
                  <a:pt x="263295" y="2245239"/>
                </a:cubicBezTo>
                <a:lnTo>
                  <a:pt x="0" y="2386280"/>
                </a:lnTo>
                <a:lnTo>
                  <a:pt x="0" y="2302037"/>
                </a:lnTo>
                <a:lnTo>
                  <a:pt x="44283" y="2284075"/>
                </a:lnTo>
                <a:cubicBezTo>
                  <a:pt x="96213" y="2260426"/>
                  <a:pt x="151633" y="2232222"/>
                  <a:pt x="209106" y="2198376"/>
                </a:cubicBezTo>
                <a:cubicBezTo>
                  <a:pt x="309273" y="2141098"/>
                  <a:pt x="442280" y="2062993"/>
                  <a:pt x="578573" y="1915460"/>
                </a:cubicBezTo>
                <a:cubicBezTo>
                  <a:pt x="650824" y="1837355"/>
                  <a:pt x="754274" y="1707178"/>
                  <a:pt x="839662" y="1519725"/>
                </a:cubicBezTo>
                <a:cubicBezTo>
                  <a:pt x="885640" y="1394756"/>
                  <a:pt x="910272" y="1288880"/>
                  <a:pt x="923409" y="1215981"/>
                </a:cubicBezTo>
                <a:cubicBezTo>
                  <a:pt x="952966" y="1045885"/>
                  <a:pt x="938186" y="993814"/>
                  <a:pt x="969387" y="695277"/>
                </a:cubicBezTo>
                <a:cubicBezTo>
                  <a:pt x="979239" y="598079"/>
                  <a:pt x="989092" y="518238"/>
                  <a:pt x="1008796" y="408889"/>
                </a:cubicBezTo>
                <a:cubicBezTo>
                  <a:pt x="1039995" y="245735"/>
                  <a:pt x="1076121" y="132917"/>
                  <a:pt x="1085973" y="99938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ADB5846-1E00-4189-89F2-6382AF104882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9F2D441-8F26-4B66-951A-C21FB2B111D3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08FE3D9-9DD6-424B-9E19-D7A09086E4E1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3C5D7D5C-5E5D-4CB5-9DCC-6A07775BE137}"/>
              </a:ext>
            </a:extLst>
          </p:cNvPr>
          <p:cNvSpPr>
            <a:spLocks xmlns:a="http://schemas.openxmlformats.org/drawingml/2006/main" noGrp="1"/>
          </p:cNvSpPr>
          <p:nvPr>
            <p:ph type="title" idx="16388" hasCustomPrompt="1"/>
          </p:nvPr>
        </p:nvSpPr>
        <p:spPr>
          <a:xfrm xmlns:a="http://schemas.openxmlformats.org/drawingml/2006/main">
            <a:off x="1903942" y="3530600"/>
            <a:ext cx="8384117" cy="1524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单击此处添加章节标题</a:t>
            </a:r>
            <a:endParaRPr/>
          </a:p>
        </p:txBody>
      </p:sp>
      <p:sp>
        <p:nvSpPr>
          <p:cNvPr id="11" name="节编号 3">
            <a:extLst xmlns:a="http://schemas.openxmlformats.org/drawingml/2006/main">
              <a:ext uri="{FF2B5EF4-FFF2-40B4-BE49-F238E27FC236}">
                <a16:creationId xmlns:a16="http://schemas.microsoft.com/office/drawing/2014/main" id="{7DA75A0A-164F-44B8-B171-F5601E42804A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5332413" y="1905000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gradFill>
                  <a:gsLst>
                    <a:gs pos="0">
                      <a:schemeClr val="accent1"/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13500000" scaled="1"/>
                </a:gra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0" preserve="1" userDrawn="1">
  <p:cSld name="结束页_1_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d688ead5e4ee3"/>
          <a:srcRect xmlns:a="http://schemas.openxmlformats.org/drawingml/2006/main" l="0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</p:spPr>
      </p:pic>
      <p:sp>
        <p:nvSpPr>
          <p:cNvPr id="8" name="任意多边形: 形状 7">
            <a:extLst xmlns:a="http://schemas.openxmlformats.org/drawingml/2006/main">
              <a:ext uri="{FF2B5EF4-FFF2-40B4-BE49-F238E27FC236}">
                <a16:creationId xmlns:a16="http://schemas.microsoft.com/office/drawing/2014/main" id="{BA8D807B-1235-4EE3-B8EA-E41F8469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886" y="5771250"/>
            <a:ext cx="1407114" cy="1086751"/>
          </a:xfrm>
          <a:custGeom xmlns:a="http://schemas.openxmlformats.org/drawingml/2006/main">
            <a:gdLst>
              <a:gd name="connsiteX0" fmla="*/ 1407114 w 1407114"/>
              <a:gd name="connsiteY0" fmla="*/ 0 h 1086751"/>
              <a:gd name="connsiteX1" fmla="*/ 1407114 w 1407114"/>
              <a:gd name="connsiteY1" fmla="*/ 70608 h 1086751"/>
              <a:gd name="connsiteX2" fmla="*/ 1226839 w 1407114"/>
              <a:gd name="connsiteY2" fmla="*/ 109175 h 1086751"/>
              <a:gd name="connsiteX3" fmla="*/ 133132 w 1407114"/>
              <a:gd name="connsiteY3" fmla="*/ 925835 h 1086751"/>
              <a:gd name="connsiteX4" fmla="*/ 71494 w 1407114"/>
              <a:gd name="connsiteY4" fmla="*/ 1086751 h 1086751"/>
              <a:gd name="connsiteX5" fmla="*/ 0 w 1407114"/>
              <a:gd name="connsiteY5" fmla="*/ 1086751 h 1086751"/>
              <a:gd name="connsiteX6" fmla="*/ 23802 w 1407114"/>
              <a:gd name="connsiteY6" fmla="*/ 1014434 h 1086751"/>
              <a:gd name="connsiteX7" fmla="*/ 1215693 w 1407114"/>
              <a:gd name="connsiteY7" fmla="*/ 40251 h 1086751"/>
            </a:gdLst>
            <a:rect l="l" t="t" r="r" b="b"/>
            <a:pathLst>
              <a:path w="1407114" h="1086751">
                <a:moveTo>
                  <a:pt x="1407114" y="0"/>
                </a:moveTo>
                <a:lnTo>
                  <a:pt x="1407114" y="70608"/>
                </a:lnTo>
                <a:lnTo>
                  <a:pt x="1226839" y="109175"/>
                </a:lnTo>
                <a:cubicBezTo>
                  <a:pt x="794319" y="221663"/>
                  <a:pt x="354418" y="465257"/>
                  <a:pt x="133132" y="925835"/>
                </a:cubicBezTo>
                <a:lnTo>
                  <a:pt x="71494" y="1086751"/>
                </a:lnTo>
                <a:lnTo>
                  <a:pt x="0" y="1086751"/>
                </a:lnTo>
                <a:lnTo>
                  <a:pt x="23802" y="1014434"/>
                </a:lnTo>
                <a:cubicBezTo>
                  <a:pt x="235933" y="447183"/>
                  <a:pt x="728354" y="165077"/>
                  <a:pt x="1215693" y="40251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任意多边形: 形状 8">
            <a:extLst xmlns:a="http://schemas.openxmlformats.org/drawingml/2006/main">
              <a:ext uri="{FF2B5EF4-FFF2-40B4-BE49-F238E27FC236}">
                <a16:creationId xmlns:a16="http://schemas.microsoft.com/office/drawing/2014/main" id="{C5CE161A-E4A8-4F0E-AB8F-DCD7237F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1190319" cy="2386280"/>
          </a:xfrm>
          <a:custGeom xmlns:a="http://schemas.openxmlformats.org/drawingml/2006/main">
            <a:gdLst>
              <a:gd name="connsiteX0" fmla="*/ 1120355 w 1190319"/>
              <a:gd name="connsiteY0" fmla="*/ 0 h 2386280"/>
              <a:gd name="connsiteX1" fmla="*/ 1190319 w 1190319"/>
              <a:gd name="connsiteY1" fmla="*/ 0 h 2386280"/>
              <a:gd name="connsiteX2" fmla="*/ 1180803 w 1190319"/>
              <a:gd name="connsiteY2" fmla="*/ 22701 h 2386280"/>
              <a:gd name="connsiteX3" fmla="*/ 1138519 w 1190319"/>
              <a:gd name="connsiteY3" fmla="*/ 145066 h 2386280"/>
              <a:gd name="connsiteX4" fmla="*/ 1069552 w 1190319"/>
              <a:gd name="connsiteY4" fmla="*/ 457488 h 2386280"/>
              <a:gd name="connsiteX5" fmla="*/ 1031785 w 1190319"/>
              <a:gd name="connsiteY5" fmla="*/ 733462 h 2386280"/>
              <a:gd name="connsiteX6" fmla="*/ 977596 w 1190319"/>
              <a:gd name="connsiteY6" fmla="*/ 1261109 h 2386280"/>
              <a:gd name="connsiteX7" fmla="*/ 893851 w 1190319"/>
              <a:gd name="connsiteY7" fmla="*/ 1564852 h 2386280"/>
              <a:gd name="connsiteX8" fmla="*/ 634404 w 1190319"/>
              <a:gd name="connsiteY8" fmla="*/ 1948439 h 2386280"/>
              <a:gd name="connsiteX9" fmla="*/ 263295 w 1190319"/>
              <a:gd name="connsiteY9" fmla="*/ 2245239 h 2386280"/>
              <a:gd name="connsiteX10" fmla="*/ 0 w 1190319"/>
              <a:gd name="connsiteY10" fmla="*/ 2386280 h 2386280"/>
              <a:gd name="connsiteX11" fmla="*/ 0 w 1190319"/>
              <a:gd name="connsiteY11" fmla="*/ 2302037 h 2386280"/>
              <a:gd name="connsiteX12" fmla="*/ 44283 w 1190319"/>
              <a:gd name="connsiteY12" fmla="*/ 2284075 h 2386280"/>
              <a:gd name="connsiteX13" fmla="*/ 209106 w 1190319"/>
              <a:gd name="connsiteY13" fmla="*/ 2198376 h 2386280"/>
              <a:gd name="connsiteX14" fmla="*/ 578573 w 1190319"/>
              <a:gd name="connsiteY14" fmla="*/ 1915460 h 2386280"/>
              <a:gd name="connsiteX15" fmla="*/ 839662 w 1190319"/>
              <a:gd name="connsiteY15" fmla="*/ 1519725 h 2386280"/>
              <a:gd name="connsiteX16" fmla="*/ 923409 w 1190319"/>
              <a:gd name="connsiteY16" fmla="*/ 1215981 h 2386280"/>
              <a:gd name="connsiteX17" fmla="*/ 969387 w 1190319"/>
              <a:gd name="connsiteY17" fmla="*/ 695277 h 2386280"/>
              <a:gd name="connsiteX18" fmla="*/ 1008796 w 1190319"/>
              <a:gd name="connsiteY18" fmla="*/ 408889 h 2386280"/>
              <a:gd name="connsiteX19" fmla="*/ 1085973 w 1190319"/>
              <a:gd name="connsiteY19" fmla="*/ 99938 h 2386280"/>
            </a:gdLst>
            <a:rect l="l" t="t" r="r" b="b"/>
            <a:pathLst>
              <a:path w="1190319" h="2386280">
                <a:moveTo>
                  <a:pt x="1120355" y="0"/>
                </a:moveTo>
                <a:lnTo>
                  <a:pt x="1190319" y="0"/>
                </a:lnTo>
                <a:lnTo>
                  <a:pt x="1180803" y="22701"/>
                </a:lnTo>
                <a:cubicBezTo>
                  <a:pt x="1166024" y="60886"/>
                  <a:pt x="1151656" y="101674"/>
                  <a:pt x="1138519" y="145066"/>
                </a:cubicBezTo>
                <a:cubicBezTo>
                  <a:pt x="1104037" y="261357"/>
                  <a:pt x="1082689" y="367233"/>
                  <a:pt x="1069552" y="457488"/>
                </a:cubicBezTo>
                <a:cubicBezTo>
                  <a:pt x="1059700" y="514767"/>
                  <a:pt x="1044922" y="611965"/>
                  <a:pt x="1031785" y="733462"/>
                </a:cubicBezTo>
                <a:cubicBezTo>
                  <a:pt x="1003869" y="985135"/>
                  <a:pt x="1012081" y="1082333"/>
                  <a:pt x="977596" y="1261109"/>
                </a:cubicBezTo>
                <a:cubicBezTo>
                  <a:pt x="964460" y="1330536"/>
                  <a:pt x="946535" y="1436412"/>
                  <a:pt x="893851" y="1564852"/>
                </a:cubicBezTo>
                <a:cubicBezTo>
                  <a:pt x="844589" y="1668993"/>
                  <a:pt x="762485" y="1807848"/>
                  <a:pt x="634404" y="1948439"/>
                </a:cubicBezTo>
                <a:cubicBezTo>
                  <a:pt x="499754" y="2095970"/>
                  <a:pt x="361820" y="2189697"/>
                  <a:pt x="263295" y="2245239"/>
                </a:cubicBezTo>
                <a:lnTo>
                  <a:pt x="0" y="2386280"/>
                </a:lnTo>
                <a:lnTo>
                  <a:pt x="0" y="2302037"/>
                </a:lnTo>
                <a:lnTo>
                  <a:pt x="44283" y="2284075"/>
                </a:lnTo>
                <a:cubicBezTo>
                  <a:pt x="96213" y="2260426"/>
                  <a:pt x="151633" y="2232222"/>
                  <a:pt x="209106" y="2198376"/>
                </a:cubicBezTo>
                <a:cubicBezTo>
                  <a:pt x="309273" y="2141098"/>
                  <a:pt x="442280" y="2062993"/>
                  <a:pt x="578573" y="1915460"/>
                </a:cubicBezTo>
                <a:cubicBezTo>
                  <a:pt x="650824" y="1837355"/>
                  <a:pt x="754274" y="1707178"/>
                  <a:pt x="839662" y="1519725"/>
                </a:cubicBezTo>
                <a:cubicBezTo>
                  <a:pt x="885640" y="1394756"/>
                  <a:pt x="910272" y="1288880"/>
                  <a:pt x="923409" y="1215981"/>
                </a:cubicBezTo>
                <a:cubicBezTo>
                  <a:pt x="952966" y="1045885"/>
                  <a:pt x="938186" y="993814"/>
                  <a:pt x="969387" y="695277"/>
                </a:cubicBezTo>
                <a:cubicBezTo>
                  <a:pt x="979239" y="598079"/>
                  <a:pt x="989092" y="518238"/>
                  <a:pt x="1008796" y="408889"/>
                </a:cubicBezTo>
                <a:cubicBezTo>
                  <a:pt x="1039995" y="245735"/>
                  <a:pt x="1076121" y="132917"/>
                  <a:pt x="1085973" y="99938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90297B3-A89B-4E12-B2AD-E4B7EDC124F1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C0C98B-6B8A-4E41-8DB1-7EBA812AD407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F605C4-5F0E-4C93-A065-8F01598981C9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9FFB4C6-1061-40E8-A53C-8191B8A43DCC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3364971" y="2667000"/>
            <a:ext cx="54493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u="none" kern="1200" cap="none" spc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  <a:endParaRPr/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C668B3A3-1713-4722-80BD-2CB4D0D8A415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3364089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gradFill>
                  <a:gsLst>
                    <a:gs pos="0">
                      <a:schemeClr val="accent1"/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13500000" scaled="1"/>
                </a:gradFill>
              </a:defRPr>
            </a:lvl1pPr>
          </a:lstStyle>
          <a:p xmlns:a="http://schemas.openxmlformats.org/drawingml/2006/main">
            <a:r>
              <a:t>谢谢观看</a:t>
            </a: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0AF5519-2046-470D-B4EE-23B6162A2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33C156F-57C2-4EDA-BE6C-DFEBD9F81C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D85B663-F775-493C-98A5-57DB65D6B9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742E7A9D-B2B8-4B12-BA19-DE7AE8852195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  <a:endParaRPr/>
          </a:p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C14FAAD5-B18F-4969-BA84-3C81BE920C4D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  <a:endParaRPr/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2649E11F-04DF-400F-BC6E-E9584AEB0128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08B25FC4-F02E-40C8-96CA-170EF24041A3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 </a:t>
            </a:r>
            <a:endParaRPr/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F91895E1-6F8E-44B1-8756-A726EFF9DF6E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34EAC592-9F24-4188-907D-C82994EC295F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  <a:endParaRPr/>
          </a:p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2A85465A-AFE9-4B0F-82ED-A151CD631BB1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 </a:t>
            </a:r>
            <a:endParaRPr/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673B2C54-7A89-43DF-9678-65EB8FD0EBFB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13830BEB-E173-417A-97B1-F772E1FCE0EE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  <a:endParaRPr/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48388FB3-C4F8-4D8E-B5A8-DD87A9BEC0FA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 </a:t>
            </a:r>
            <a:endParaRPr/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76F58FDC-2D2E-4522-855C-CCC9AD329613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0754071F-84BF-4337-8444-BB532836EE70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  <a:endParaRPr/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DD28B074-544E-413B-A2BF-7181761CE15C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 </a:t>
            </a:r>
            <a:endParaRPr/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48473CC4-0061-4EEA-8D5B-AEF340C60CA4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0dcd427deaf744f8" /><Relationship Type="http://schemas.openxmlformats.org/officeDocument/2006/relationships/theme" Target="/ppt/slideMasters/theme/theme2.xml" Id="Rc2c1416d932b4483" /><Relationship Type="http://schemas.openxmlformats.org/officeDocument/2006/relationships/slideLayout" Target="/ppt/slideLayouts/slideLayout1.xml" Id="R14a4437234884ef0" /><Relationship Type="http://schemas.openxmlformats.org/officeDocument/2006/relationships/slideLayout" Target="/ppt/slideLayouts/slideLayout2.xml" Id="Rd7e709f0f8ad4684" /><Relationship Type="http://schemas.openxmlformats.org/officeDocument/2006/relationships/slideLayout" Target="/ppt/slideLayouts/slideLayout3.xml" Id="R8ffa080493744d2b" /><Relationship Type="http://schemas.openxmlformats.org/officeDocument/2006/relationships/slideLayout" Target="/ppt/slideLayouts/slideLayout4.xml" Id="Rdb7b110c143e4fbe" /><Relationship Type="http://schemas.openxmlformats.org/officeDocument/2006/relationships/slideLayout" Target="/ppt/slideLayouts/slideLayout5.xml" Id="R0e6d4d653031423f" /><Relationship Type="http://schemas.openxmlformats.org/officeDocument/2006/relationships/slideLayout" Target="/ppt/slideLayouts/slideLayout6.xml" Id="R19ce52b3cd214eca" /><Relationship Type="http://schemas.openxmlformats.org/officeDocument/2006/relationships/slideLayout" Target="/ppt/slideLayouts/slideLayout7.xml" Id="R6fb5575260044f5c" /><Relationship Type="http://schemas.openxmlformats.org/officeDocument/2006/relationships/slideLayout" Target="/ppt/slideLayouts/slideLayout8.xml" Id="Re5cb31cc1aeb494c" /><Relationship Type="http://schemas.openxmlformats.org/officeDocument/2006/relationships/slideLayout" Target="/ppt/slideLayouts/slideLayout9.xml" Id="R1350d8cef1654dc0" /><Relationship Type="http://schemas.openxmlformats.org/officeDocument/2006/relationships/slideLayout" Target="/ppt/slideLayouts/slideLayout10.xml" Id="R878e5ab26d2244e3" /><Relationship Type="http://schemas.openxmlformats.org/officeDocument/2006/relationships/slideLayout" Target="/ppt/slideLayouts/slideLayout11.xml" Id="R00ae445272e447f0" /><Relationship Type="http://schemas.openxmlformats.org/officeDocument/2006/relationships/slideLayout" Target="/ppt/slideLayouts/slideLayout12.xml" Id="R1f48c6337e7b48a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d427deaf744f8"/>
          <a:srcRect xmlns:a="http://schemas.openxmlformats.org/drawingml/2006/main" l="0" t="0" r="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</p:spPr>
      </p:pic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A14A175B-2553-4089-AB2A-793EA4E8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886" y="5771250"/>
            <a:ext cx="1407114" cy="1086751"/>
          </a:xfrm>
          <a:custGeom xmlns:a="http://schemas.openxmlformats.org/drawingml/2006/main">
            <a:gdLst>
              <a:gd name="connsiteX0" fmla="*/ 1407114 w 1407114"/>
              <a:gd name="connsiteY0" fmla="*/ 0 h 1086751"/>
              <a:gd name="connsiteX1" fmla="*/ 1407114 w 1407114"/>
              <a:gd name="connsiteY1" fmla="*/ 70608 h 1086751"/>
              <a:gd name="connsiteX2" fmla="*/ 1226839 w 1407114"/>
              <a:gd name="connsiteY2" fmla="*/ 109175 h 1086751"/>
              <a:gd name="connsiteX3" fmla="*/ 133132 w 1407114"/>
              <a:gd name="connsiteY3" fmla="*/ 925835 h 1086751"/>
              <a:gd name="connsiteX4" fmla="*/ 71494 w 1407114"/>
              <a:gd name="connsiteY4" fmla="*/ 1086751 h 1086751"/>
              <a:gd name="connsiteX5" fmla="*/ 0 w 1407114"/>
              <a:gd name="connsiteY5" fmla="*/ 1086751 h 1086751"/>
              <a:gd name="connsiteX6" fmla="*/ 23802 w 1407114"/>
              <a:gd name="connsiteY6" fmla="*/ 1014434 h 1086751"/>
              <a:gd name="connsiteX7" fmla="*/ 1215693 w 1407114"/>
              <a:gd name="connsiteY7" fmla="*/ 40251 h 1086751"/>
            </a:gdLst>
            <a:rect l="l" t="t" r="r" b="b"/>
            <a:pathLst>
              <a:path w="1407114" h="1086751">
                <a:moveTo>
                  <a:pt x="1407114" y="0"/>
                </a:moveTo>
                <a:lnTo>
                  <a:pt x="1407114" y="70608"/>
                </a:lnTo>
                <a:lnTo>
                  <a:pt x="1226839" y="109175"/>
                </a:lnTo>
                <a:cubicBezTo>
                  <a:pt x="794319" y="221663"/>
                  <a:pt x="354418" y="465257"/>
                  <a:pt x="133132" y="925835"/>
                </a:cubicBezTo>
                <a:lnTo>
                  <a:pt x="71494" y="1086751"/>
                </a:lnTo>
                <a:lnTo>
                  <a:pt x="0" y="1086751"/>
                </a:lnTo>
                <a:lnTo>
                  <a:pt x="23802" y="1014434"/>
                </a:lnTo>
                <a:cubicBezTo>
                  <a:pt x="235933" y="447183"/>
                  <a:pt x="728354" y="165077"/>
                  <a:pt x="1215693" y="40251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7982F2C9-5FC2-4E9C-9334-E1A34F48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1190319" cy="2386280"/>
          </a:xfrm>
          <a:custGeom xmlns:a="http://schemas.openxmlformats.org/drawingml/2006/main">
            <a:gdLst>
              <a:gd name="connsiteX0" fmla="*/ 1120355 w 1190319"/>
              <a:gd name="connsiteY0" fmla="*/ 0 h 2386280"/>
              <a:gd name="connsiteX1" fmla="*/ 1190319 w 1190319"/>
              <a:gd name="connsiteY1" fmla="*/ 0 h 2386280"/>
              <a:gd name="connsiteX2" fmla="*/ 1180803 w 1190319"/>
              <a:gd name="connsiteY2" fmla="*/ 22701 h 2386280"/>
              <a:gd name="connsiteX3" fmla="*/ 1138519 w 1190319"/>
              <a:gd name="connsiteY3" fmla="*/ 145066 h 2386280"/>
              <a:gd name="connsiteX4" fmla="*/ 1069552 w 1190319"/>
              <a:gd name="connsiteY4" fmla="*/ 457488 h 2386280"/>
              <a:gd name="connsiteX5" fmla="*/ 1031785 w 1190319"/>
              <a:gd name="connsiteY5" fmla="*/ 733462 h 2386280"/>
              <a:gd name="connsiteX6" fmla="*/ 977596 w 1190319"/>
              <a:gd name="connsiteY6" fmla="*/ 1261109 h 2386280"/>
              <a:gd name="connsiteX7" fmla="*/ 893851 w 1190319"/>
              <a:gd name="connsiteY7" fmla="*/ 1564852 h 2386280"/>
              <a:gd name="connsiteX8" fmla="*/ 634404 w 1190319"/>
              <a:gd name="connsiteY8" fmla="*/ 1948439 h 2386280"/>
              <a:gd name="connsiteX9" fmla="*/ 263295 w 1190319"/>
              <a:gd name="connsiteY9" fmla="*/ 2245239 h 2386280"/>
              <a:gd name="connsiteX10" fmla="*/ 0 w 1190319"/>
              <a:gd name="connsiteY10" fmla="*/ 2386280 h 2386280"/>
              <a:gd name="connsiteX11" fmla="*/ 0 w 1190319"/>
              <a:gd name="connsiteY11" fmla="*/ 2302037 h 2386280"/>
              <a:gd name="connsiteX12" fmla="*/ 44283 w 1190319"/>
              <a:gd name="connsiteY12" fmla="*/ 2284075 h 2386280"/>
              <a:gd name="connsiteX13" fmla="*/ 209106 w 1190319"/>
              <a:gd name="connsiteY13" fmla="*/ 2198376 h 2386280"/>
              <a:gd name="connsiteX14" fmla="*/ 578573 w 1190319"/>
              <a:gd name="connsiteY14" fmla="*/ 1915460 h 2386280"/>
              <a:gd name="connsiteX15" fmla="*/ 839662 w 1190319"/>
              <a:gd name="connsiteY15" fmla="*/ 1519725 h 2386280"/>
              <a:gd name="connsiteX16" fmla="*/ 923409 w 1190319"/>
              <a:gd name="connsiteY16" fmla="*/ 1215981 h 2386280"/>
              <a:gd name="connsiteX17" fmla="*/ 969387 w 1190319"/>
              <a:gd name="connsiteY17" fmla="*/ 695277 h 2386280"/>
              <a:gd name="connsiteX18" fmla="*/ 1008796 w 1190319"/>
              <a:gd name="connsiteY18" fmla="*/ 408889 h 2386280"/>
              <a:gd name="connsiteX19" fmla="*/ 1085973 w 1190319"/>
              <a:gd name="connsiteY19" fmla="*/ 99938 h 2386280"/>
            </a:gdLst>
            <a:rect l="l" t="t" r="r" b="b"/>
            <a:pathLst>
              <a:path w="1190319" h="2386280">
                <a:moveTo>
                  <a:pt x="1120355" y="0"/>
                </a:moveTo>
                <a:lnTo>
                  <a:pt x="1190319" y="0"/>
                </a:lnTo>
                <a:lnTo>
                  <a:pt x="1180803" y="22701"/>
                </a:lnTo>
                <a:cubicBezTo>
                  <a:pt x="1166024" y="60886"/>
                  <a:pt x="1151656" y="101674"/>
                  <a:pt x="1138519" y="145066"/>
                </a:cubicBezTo>
                <a:cubicBezTo>
                  <a:pt x="1104037" y="261357"/>
                  <a:pt x="1082689" y="367233"/>
                  <a:pt x="1069552" y="457488"/>
                </a:cubicBezTo>
                <a:cubicBezTo>
                  <a:pt x="1059700" y="514767"/>
                  <a:pt x="1044922" y="611965"/>
                  <a:pt x="1031785" y="733462"/>
                </a:cubicBezTo>
                <a:cubicBezTo>
                  <a:pt x="1003869" y="985135"/>
                  <a:pt x="1012081" y="1082333"/>
                  <a:pt x="977596" y="1261109"/>
                </a:cubicBezTo>
                <a:cubicBezTo>
                  <a:pt x="964460" y="1330536"/>
                  <a:pt x="946535" y="1436412"/>
                  <a:pt x="893851" y="1564852"/>
                </a:cubicBezTo>
                <a:cubicBezTo>
                  <a:pt x="844589" y="1668993"/>
                  <a:pt x="762485" y="1807848"/>
                  <a:pt x="634404" y="1948439"/>
                </a:cubicBezTo>
                <a:cubicBezTo>
                  <a:pt x="499754" y="2095970"/>
                  <a:pt x="361820" y="2189697"/>
                  <a:pt x="263295" y="2245239"/>
                </a:cubicBezTo>
                <a:lnTo>
                  <a:pt x="0" y="2386280"/>
                </a:lnTo>
                <a:lnTo>
                  <a:pt x="0" y="2302037"/>
                </a:lnTo>
                <a:lnTo>
                  <a:pt x="44283" y="2284075"/>
                </a:lnTo>
                <a:cubicBezTo>
                  <a:pt x="96213" y="2260426"/>
                  <a:pt x="151633" y="2232222"/>
                  <a:pt x="209106" y="2198376"/>
                </a:cubicBezTo>
                <a:cubicBezTo>
                  <a:pt x="309273" y="2141098"/>
                  <a:pt x="442280" y="2062993"/>
                  <a:pt x="578573" y="1915460"/>
                </a:cubicBezTo>
                <a:cubicBezTo>
                  <a:pt x="650824" y="1837355"/>
                  <a:pt x="754274" y="1707178"/>
                  <a:pt x="839662" y="1519725"/>
                </a:cubicBezTo>
                <a:cubicBezTo>
                  <a:pt x="885640" y="1394756"/>
                  <a:pt x="910272" y="1288880"/>
                  <a:pt x="923409" y="1215981"/>
                </a:cubicBezTo>
                <a:cubicBezTo>
                  <a:pt x="952966" y="1045885"/>
                  <a:pt x="938186" y="993814"/>
                  <a:pt x="969387" y="695277"/>
                </a:cubicBezTo>
                <a:cubicBezTo>
                  <a:pt x="979239" y="598079"/>
                  <a:pt x="989092" y="518238"/>
                  <a:pt x="1008796" y="408889"/>
                </a:cubicBezTo>
                <a:cubicBezTo>
                  <a:pt x="1039995" y="245735"/>
                  <a:pt x="1076121" y="132917"/>
                  <a:pt x="1085973" y="99938"/>
                </a:cubicBezTo>
                <a:close/>
              </a:path>
            </a:pathLst>
          </a:cu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ADA9A54-7781-4C2A-B249-3E1A51E5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alpha val="90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09EA69D-71D2-48BD-9D77-44EC41A09F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B4FAE3A-7F91-4234-A8B6-332FEB4ACA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FF3C2E4-7B2B-4A8D-B1B1-C5C34772A9D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D9C7C3F-FA4E-4C81-BD4A-FD898E2C2AF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D9D73C-3E38-49DA-B420-C6B6CC0ACCC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5258A5EB-EC53-4563-AC8D-49638D91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a4437234884ef0"/>
    <p:sldLayoutId xmlns:r="http://schemas.openxmlformats.org/officeDocument/2006/relationships" id="2147483650" r:id="Rd7e709f0f8ad4684"/>
    <p:sldLayoutId xmlns:r="http://schemas.openxmlformats.org/officeDocument/2006/relationships" id="2147483651" r:id="R8ffa080493744d2b"/>
    <p:sldLayoutId xmlns:r="http://schemas.openxmlformats.org/officeDocument/2006/relationships" id="2147483652" r:id="Rdb7b110c143e4fbe"/>
    <p:sldLayoutId xmlns:r="http://schemas.openxmlformats.org/officeDocument/2006/relationships" id="2147483653" r:id="R0e6d4d653031423f"/>
    <p:sldLayoutId xmlns:r="http://schemas.openxmlformats.org/officeDocument/2006/relationships" id="2147483654" r:id="R19ce52b3cd214eca"/>
    <p:sldLayoutId xmlns:r="http://schemas.openxmlformats.org/officeDocument/2006/relationships" id="2147483655" r:id="R6fb5575260044f5c"/>
    <p:sldLayoutId xmlns:r="http://schemas.openxmlformats.org/officeDocument/2006/relationships" id="2147483656" r:id="Re5cb31cc1aeb494c"/>
    <p:sldLayoutId xmlns:r="http://schemas.openxmlformats.org/officeDocument/2006/relationships" id="2147483657" r:id="R1350d8cef1654dc0"/>
    <p:sldLayoutId xmlns:r="http://schemas.openxmlformats.org/officeDocument/2006/relationships" id="2147483658" r:id="R878e5ab26d2244e3"/>
    <p:sldLayoutId xmlns:r="http://schemas.openxmlformats.org/officeDocument/2006/relationships" id="2147483659" r:id="R00ae445272e447f0"/>
    <p:sldLayoutId xmlns:r="http://schemas.openxmlformats.org/officeDocument/2006/relationships" id="2147483660" r:id="R1f48c6337e7b48a9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1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3500000" scaled="0"/>
          </a:gra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商务风黑金色通用模板">
  <a:themeElements>
    <a:clrScheme name="自定义 193">
      <a:dk1>
        <a:srgbClr val="000000"/>
      </a:dk1>
      <a:lt1>
        <a:srgbClr val="FFFFFF"/>
      </a:lt1>
      <a:dk2>
        <a:srgbClr val="0D0D0D"/>
      </a:dk2>
      <a:lt2>
        <a:srgbClr val="F5F7FF"/>
      </a:lt2>
      <a:accent1>
        <a:srgbClr val="AF753D"/>
      </a:accent1>
      <a:accent2>
        <a:srgbClr val="FFA912"/>
      </a:accent2>
      <a:accent3>
        <a:srgbClr val="9C60FF"/>
      </a:accent3>
      <a:accent4>
        <a:srgbClr val="17D594"/>
      </a:accent4>
      <a:accent5>
        <a:srgbClr val="F84949"/>
      </a:accent5>
      <a:accent6>
        <a:srgbClr val="EEC000"/>
      </a:accent6>
      <a:hlink>
        <a:srgbClr val="304FFE"/>
      </a:hlink>
      <a:folHlink>
        <a:srgbClr val="492067"/>
      </a:folHlink>
    </a:clrScheme>
    <a:fontScheme name="自定义 1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自定义 19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783d4ca7e0543ae" /><Relationship Type="http://schemas.openxmlformats.org/officeDocument/2006/relationships/notesSlide" Target="/ppt/notesSlides/notesSlide1.xml" Id="R4b577488a07842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1a80634f0943dc" /><Relationship Type="http://schemas.openxmlformats.org/officeDocument/2006/relationships/notesSlide" Target="/ppt/notesSlides/notesSlide2.xml" Id="Ra797bceb4f1849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aa297f72b8460d" /><Relationship Type="http://schemas.openxmlformats.org/officeDocument/2006/relationships/notesSlide" Target="/ppt/notesSlides/notesSlide3.xml" Id="Rb75e72992c1347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6371D0F0-E9A9-4DE8-AC66-33F5F6B066B2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AI AGENT 技术面试</a:t>
            </a:r>
            <a:endParaRPr/>
          </a:p>
        </p:txBody>
      </p:sp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013D9F50-7783-46C9-857C-48ED75084099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识价镜：AI 拍照识物
与智能比价助手</a:t>
            </a:r>
            <a:endParaRPr/>
          </a:p>
        </p:txBody>
      </p:sp>
      <p:sp>
        <p:nvSpPr>
          <p:cNvPr id="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0CDD09E1-7730-4867-A3B7-A10897977885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张思成 · AI Agent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45194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3DBD65DC-8EB6-4DC0-A82C-7224F5DD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"/>
            <a:ext cx="2667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200" b="1">
                <a:solidFill>
                  <a:srgbClr val="F4F4F5"/>
                </a:solidFill>
                <a:latin typeface="Microsoft YaHei"/>
                <a:ea typeface="Microsoft YaHei"/>
                <a:cs typeface="Microsoft YaHei"/>
              </a:rPr>
              <a:t>技术导览</a:t>
            </a:r>
            <a:endParaRPr sz="4200" b="1">
              <a:solidFill>
                <a:srgbClr val="F4F4F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AC28106-80D5-48EF-855B-B3425289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85725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任意多边形 4">
            <a:extLst xmlns:a="http://schemas.openxmlformats.org/drawingml/2006/main">
              <a:ext uri="{FF2B5EF4-FFF2-40B4-BE49-F238E27FC236}">
                <a16:creationId xmlns:a16="http://schemas.microsoft.com/office/drawing/2014/main" id="{7BEC9203-AA6F-4A16-985D-554232E7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45" y="2261870"/>
            <a:ext cx="2628900" cy="3228975"/>
          </a:xfrm>
          <a:custGeom xmlns:a="http://schemas.openxmlformats.org/drawingml/2006/main">
            <a:gdLst>
              <a:gd name="sw" fmla="*/ 1 w 4140"/>
              <a:gd name="sh" fmla="*/ 1 h 5085"/>
              <a:gd name="mins" fmla="min sw sh"/>
              <a:gd name="dsw" fmla="+- 0 sw mins"/>
              <a:gd name="dsh" fmla="+- 0 sh mins"/>
              <a:gd name="p0x0" fmla="*/ 120 w 4140"/>
              <a:gd name="p0y0" fmla="*/ 0 h 5085"/>
              <a:gd name="p0x1" fmla="*/ 4020 w 4140"/>
              <a:gd name="p0y1" fmla="*/ 0 h 5085"/>
              <a:gd name="p0x2" fmla="*/ 4086 w 4140"/>
              <a:gd name="p0y2" fmla="*/ 0 h 5085"/>
              <a:gd name="p0x3" fmla="*/ 4140 w 4140"/>
              <a:gd name="p0y3" fmla="*/ 53 h 5085"/>
              <a:gd name="p0x4" fmla="*/ 4140 w 4140"/>
              <a:gd name="p0y4" fmla="*/ 120 h 5085"/>
              <a:gd name="p0x5" fmla="*/ 4140 w 4140"/>
              <a:gd name="p0y5" fmla="*/ 4965 h 5085"/>
              <a:gd name="p0x6" fmla="*/ 4140 w 4140"/>
              <a:gd name="p0y6" fmla="*/ 5031 h 5085"/>
              <a:gd name="p0x7" fmla="*/ 4086 w 4140"/>
              <a:gd name="p0y7" fmla="*/ 5085 h 5085"/>
              <a:gd name="p0x8" fmla="*/ 4020 w 4140"/>
              <a:gd name="p0y8" fmla="*/ 5085 h 5085"/>
              <a:gd name="p0x9" fmla="*/ 120 w 4140"/>
              <a:gd name="p0y9" fmla="*/ 5085 h 5085"/>
              <a:gd name="p0x10" fmla="*/ 53 w 4140"/>
              <a:gd name="p0y10" fmla="*/ 5085 h 5085"/>
              <a:gd name="p0x11" fmla="*/ 0 w 4140"/>
              <a:gd name="p0y11" fmla="*/ 5031 h 5085"/>
              <a:gd name="p0x12" fmla="*/ 0 w 4140"/>
              <a:gd name="p0y12" fmla="*/ 4965 h 5085"/>
              <a:gd name="p0x13" fmla="*/ 0 w 4140"/>
              <a:gd name="p0y13" fmla="*/ 120 h 5085"/>
              <a:gd name="p0x14" fmla="*/ 0 w 4140"/>
              <a:gd name="p0y14" fmla="*/ 53 h 5085"/>
              <a:gd name="p0x15" fmla="*/ 53 w 4140"/>
              <a:gd name="p0y15" fmla="*/ 0 h 5085"/>
              <a:gd name="p0x16" fmla="*/ 120 w 4140"/>
              <a:gd name="p0y16" fmla="*/ 0 h 5085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9525" cmpd="sng">
            <a:solidFill>
              <a:srgbClr val="FFFFFF">
                <a:alpha val="10980"/>
              </a:srgbClr>
            </a:solidFill>
            <a:prstDash val="solid"/>
          </a:ln>
          <a:effectLst xmlns:a="http://schemas.openxmlformats.org/drawingml/2006/main">
            <a:outerShdw blurRad="142875" algn="ctr" rotWithShape="0">
              <a:schemeClr val="accent2">
                <a:alpha val="12157"/>
              </a:scheme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98C70F8-7CAE-42D3-99A5-6D022359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36570"/>
            <a:ext cx="2314575" cy="627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3600" b="1">
                <a:solidFill>
                  <a:srgbClr val="AF753D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3600" b="1">
              <a:solidFill>
                <a:srgbClr val="AF75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1AEF14C-C5DA-482A-B17D-0671BD88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90950"/>
            <a:ext cx="2314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E81B75B-C175-4372-A625-8055BCF1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36683"/>
            <a:ext cx="231457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F4F4F5"/>
                </a:solidFill>
                <a:latin typeface="Microsoft YaHei"/>
                <a:ea typeface="Microsoft YaHei"/>
                <a:cs typeface="Microsoft YaHei"/>
              </a:rPr>
              <a:t>受控 Multi-Agent</a:t>
            </a:r>
            <a:endParaRPr sz="2100" b="1">
              <a:solidFill>
                <a:srgbClr val="F4F4F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95777B8-0E5C-4BAB-A060-1BAA1DEE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10539"/>
            <a:ext cx="2314575" cy="4514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350">
                <a:solidFill>
                  <a:srgbClr val="FFFFFF">
                    <a:alpha val="72157"/>
                  </a:srgbClr>
                </a:solidFill>
                <a:latin typeface="Microsoft YaHei"/>
                <a:ea typeface="Microsoft YaHei"/>
                <a:cs typeface="Microsoft YaHei"/>
              </a:rPr>
              <a:t>Supervisor · 并行 · Barrier
Checkpoint · 恢复</a:t>
            </a:r>
            <a:endParaRPr sz="1350">
              <a:solidFill>
                <a:srgbClr val="FFFFFF">
                  <a:alpha val="72157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5B9E09D7-5EDE-4C15-BB7F-A18DAD69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770" y="2261870"/>
            <a:ext cx="2628900" cy="3228975"/>
          </a:xfrm>
          <a:custGeom xmlns:a="http://schemas.openxmlformats.org/drawingml/2006/main">
            <a:gdLst>
              <a:gd name="sw" fmla="*/ 1 w 4140"/>
              <a:gd name="sh" fmla="*/ 1 h 5085"/>
              <a:gd name="mins" fmla="min sw sh"/>
              <a:gd name="dsw" fmla="+- 0 sw mins"/>
              <a:gd name="dsh" fmla="+- 0 sh mins"/>
              <a:gd name="p0x0" fmla="*/ 120 w 4140"/>
              <a:gd name="p0y0" fmla="*/ 0 h 5085"/>
              <a:gd name="p0x1" fmla="*/ 4020 w 4140"/>
              <a:gd name="p0y1" fmla="*/ 0 h 5085"/>
              <a:gd name="p0x2" fmla="*/ 4086 w 4140"/>
              <a:gd name="p0y2" fmla="*/ 0 h 5085"/>
              <a:gd name="p0x3" fmla="*/ 4140 w 4140"/>
              <a:gd name="p0y3" fmla="*/ 53 h 5085"/>
              <a:gd name="p0x4" fmla="*/ 4140 w 4140"/>
              <a:gd name="p0y4" fmla="*/ 120 h 5085"/>
              <a:gd name="p0x5" fmla="*/ 4140 w 4140"/>
              <a:gd name="p0y5" fmla="*/ 4965 h 5085"/>
              <a:gd name="p0x6" fmla="*/ 4140 w 4140"/>
              <a:gd name="p0y6" fmla="*/ 5031 h 5085"/>
              <a:gd name="p0x7" fmla="*/ 4086 w 4140"/>
              <a:gd name="p0y7" fmla="*/ 5085 h 5085"/>
              <a:gd name="p0x8" fmla="*/ 4020 w 4140"/>
              <a:gd name="p0y8" fmla="*/ 5085 h 5085"/>
              <a:gd name="p0x9" fmla="*/ 120 w 4140"/>
              <a:gd name="p0y9" fmla="*/ 5085 h 5085"/>
              <a:gd name="p0x10" fmla="*/ 53 w 4140"/>
              <a:gd name="p0y10" fmla="*/ 5085 h 5085"/>
              <a:gd name="p0x11" fmla="*/ 0 w 4140"/>
              <a:gd name="p0y11" fmla="*/ 5031 h 5085"/>
              <a:gd name="p0x12" fmla="*/ 0 w 4140"/>
              <a:gd name="p0y12" fmla="*/ 4965 h 5085"/>
              <a:gd name="p0x13" fmla="*/ 0 w 4140"/>
              <a:gd name="p0y13" fmla="*/ 120 h 5085"/>
              <a:gd name="p0x14" fmla="*/ 0 w 4140"/>
              <a:gd name="p0y14" fmla="*/ 53 h 5085"/>
              <a:gd name="p0x15" fmla="*/ 53 w 4140"/>
              <a:gd name="p0y15" fmla="*/ 0 h 5085"/>
              <a:gd name="p0x16" fmla="*/ 120 w 4140"/>
              <a:gd name="p0y16" fmla="*/ 0 h 5085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9525" cmpd="sng">
            <a:solidFill>
              <a:srgbClr val="FFFFFF">
                <a:alpha val="10980"/>
              </a:srgbClr>
            </a:solidFill>
            <a:prstDash val="solid"/>
          </a:ln>
          <a:effectLst xmlns:a="http://schemas.openxmlformats.org/drawingml/2006/main">
            <a:outerShdw blurRad="142875" algn="ctr" rotWithShape="0">
              <a:schemeClr val="accent2">
                <a:alpha val="12157"/>
              </a:scheme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38F3B82-0C30-4E14-90E4-6D8563A1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36570"/>
            <a:ext cx="2314575" cy="627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3600" b="1">
                <a:solidFill>
                  <a:srgbClr val="AF753D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3600" b="1">
              <a:solidFill>
                <a:srgbClr val="AF75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626CF00-8F6E-4433-A6D3-EEB30AD1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2314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897F18E-6335-488D-B8D7-BF34AB27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36683"/>
            <a:ext cx="231457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F4F4F5"/>
                </a:solidFill>
                <a:latin typeface="Microsoft YaHei"/>
                <a:ea typeface="Microsoft YaHei"/>
                <a:cs typeface="Microsoft YaHei"/>
              </a:rPr>
              <a:t>混合 RAG 检索</a:t>
            </a:r>
            <a:endParaRPr sz="2100" b="1">
              <a:solidFill>
                <a:srgbClr val="F4F4F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BC6CCDFC-72AF-44D6-AD9B-542E2415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10539"/>
            <a:ext cx="2314575" cy="4514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350">
                <a:solidFill>
                  <a:srgbClr val="FFFFFF">
                    <a:alpha val="72157"/>
                  </a:srgbClr>
                </a:solidFill>
                <a:latin typeface="Microsoft YaHei"/>
                <a:ea typeface="Microsoft YaHei"/>
                <a:cs typeface="Microsoft YaHei"/>
              </a:rPr>
              <a:t>Dense + Sparse + Metadata
重排 · 约束 · 降级</a:t>
            </a:r>
            <a:endParaRPr sz="1350">
              <a:solidFill>
                <a:srgbClr val="FFFFFF">
                  <a:alpha val="72157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B2A1DC24-40D8-4D8A-A2BD-02A167F7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261870"/>
            <a:ext cx="2628900" cy="3228975"/>
          </a:xfrm>
          <a:custGeom xmlns:a="http://schemas.openxmlformats.org/drawingml/2006/main">
            <a:gdLst>
              <a:gd name="sw" fmla="*/ 1 w 4140"/>
              <a:gd name="sh" fmla="*/ 1 h 5085"/>
              <a:gd name="mins" fmla="min sw sh"/>
              <a:gd name="dsw" fmla="+- 0 sw mins"/>
              <a:gd name="dsh" fmla="+- 0 sh mins"/>
              <a:gd name="p0x0" fmla="*/ 120 w 4140"/>
              <a:gd name="p0y0" fmla="*/ 0 h 5085"/>
              <a:gd name="p0x1" fmla="*/ 4020 w 4140"/>
              <a:gd name="p0y1" fmla="*/ 0 h 5085"/>
              <a:gd name="p0x2" fmla="*/ 4086 w 4140"/>
              <a:gd name="p0y2" fmla="*/ 0 h 5085"/>
              <a:gd name="p0x3" fmla="*/ 4140 w 4140"/>
              <a:gd name="p0y3" fmla="*/ 53 h 5085"/>
              <a:gd name="p0x4" fmla="*/ 4140 w 4140"/>
              <a:gd name="p0y4" fmla="*/ 120 h 5085"/>
              <a:gd name="p0x5" fmla="*/ 4140 w 4140"/>
              <a:gd name="p0y5" fmla="*/ 4965 h 5085"/>
              <a:gd name="p0x6" fmla="*/ 4140 w 4140"/>
              <a:gd name="p0y6" fmla="*/ 5031 h 5085"/>
              <a:gd name="p0x7" fmla="*/ 4086 w 4140"/>
              <a:gd name="p0y7" fmla="*/ 5085 h 5085"/>
              <a:gd name="p0x8" fmla="*/ 4020 w 4140"/>
              <a:gd name="p0y8" fmla="*/ 5085 h 5085"/>
              <a:gd name="p0x9" fmla="*/ 120 w 4140"/>
              <a:gd name="p0y9" fmla="*/ 5085 h 5085"/>
              <a:gd name="p0x10" fmla="*/ 53 w 4140"/>
              <a:gd name="p0y10" fmla="*/ 5085 h 5085"/>
              <a:gd name="p0x11" fmla="*/ 0 w 4140"/>
              <a:gd name="p0y11" fmla="*/ 5031 h 5085"/>
              <a:gd name="p0x12" fmla="*/ 0 w 4140"/>
              <a:gd name="p0y12" fmla="*/ 4965 h 5085"/>
              <a:gd name="p0x13" fmla="*/ 0 w 4140"/>
              <a:gd name="p0y13" fmla="*/ 120 h 5085"/>
              <a:gd name="p0x14" fmla="*/ 0 w 4140"/>
              <a:gd name="p0y14" fmla="*/ 53 h 5085"/>
              <a:gd name="p0x15" fmla="*/ 53 w 4140"/>
              <a:gd name="p0y15" fmla="*/ 0 h 5085"/>
              <a:gd name="p0x16" fmla="*/ 120 w 4140"/>
              <a:gd name="p0y16" fmla="*/ 0 h 5085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9525" cmpd="sng">
            <a:solidFill>
              <a:srgbClr val="FFFFFF">
                <a:alpha val="10980"/>
              </a:srgbClr>
            </a:solidFill>
            <a:prstDash val="solid"/>
          </a:ln>
          <a:effectLst xmlns:a="http://schemas.openxmlformats.org/drawingml/2006/main">
            <a:outerShdw blurRad="142875" algn="ctr" rotWithShape="0">
              <a:schemeClr val="accent2">
                <a:alpha val="12157"/>
              </a:scheme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96C33A6-B2EE-4D79-851B-9BEA2F8E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36570"/>
            <a:ext cx="2314575" cy="627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3600" b="1">
                <a:solidFill>
                  <a:srgbClr val="AF753D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3600" b="1">
              <a:solidFill>
                <a:srgbClr val="AF75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9ECACDB-ABAE-47C1-92D3-EDD322A1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90950"/>
            <a:ext cx="2314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B7E8FF95-BB34-479B-B3FE-E1EF2C19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36683"/>
            <a:ext cx="231457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F4F4F5"/>
                </a:solidFill>
                <a:latin typeface="Microsoft YaHei"/>
                <a:ea typeface="Microsoft YaHei"/>
                <a:cs typeface="Microsoft YaHei"/>
              </a:rPr>
              <a:t>三层记忆与 HITL</a:t>
            </a:r>
            <a:endParaRPr sz="2100" b="1">
              <a:solidFill>
                <a:srgbClr val="F4F4F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9A3E39FA-84A3-42E7-AC94-4C28DED7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10539"/>
            <a:ext cx="2314575" cy="4514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350">
                <a:solidFill>
                  <a:srgbClr val="FFFFFF">
                    <a:alpha val="72157"/>
                  </a:srgbClr>
                </a:solidFill>
                <a:latin typeface="Microsoft YaHei"/>
                <a:ea typeface="Microsoft YaHei"/>
                <a:cs typeface="Microsoft YaHei"/>
              </a:rPr>
              <a:t>本轮 · 会话 · 长期 Memory
HITL · 幂等写入</a:t>
            </a:r>
            <a:endParaRPr sz="1350">
              <a:solidFill>
                <a:srgbClr val="FFFFFF">
                  <a:alpha val="72157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91780004-7BF1-4B81-8D9D-5EF7171A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620" y="2261870"/>
            <a:ext cx="2628900" cy="3228975"/>
          </a:xfrm>
          <a:custGeom xmlns:a="http://schemas.openxmlformats.org/drawingml/2006/main">
            <a:gdLst>
              <a:gd name="sw" fmla="*/ 1 w 4140"/>
              <a:gd name="sh" fmla="*/ 1 h 5085"/>
              <a:gd name="mins" fmla="min sw sh"/>
              <a:gd name="dsw" fmla="+- 0 sw mins"/>
              <a:gd name="dsh" fmla="+- 0 sh mins"/>
              <a:gd name="p0x0" fmla="*/ 120 w 4140"/>
              <a:gd name="p0y0" fmla="*/ 0 h 5085"/>
              <a:gd name="p0x1" fmla="*/ 4020 w 4140"/>
              <a:gd name="p0y1" fmla="*/ 0 h 5085"/>
              <a:gd name="p0x2" fmla="*/ 4086 w 4140"/>
              <a:gd name="p0y2" fmla="*/ 0 h 5085"/>
              <a:gd name="p0x3" fmla="*/ 4140 w 4140"/>
              <a:gd name="p0y3" fmla="*/ 53 h 5085"/>
              <a:gd name="p0x4" fmla="*/ 4140 w 4140"/>
              <a:gd name="p0y4" fmla="*/ 120 h 5085"/>
              <a:gd name="p0x5" fmla="*/ 4140 w 4140"/>
              <a:gd name="p0y5" fmla="*/ 4965 h 5085"/>
              <a:gd name="p0x6" fmla="*/ 4140 w 4140"/>
              <a:gd name="p0y6" fmla="*/ 5031 h 5085"/>
              <a:gd name="p0x7" fmla="*/ 4086 w 4140"/>
              <a:gd name="p0y7" fmla="*/ 5085 h 5085"/>
              <a:gd name="p0x8" fmla="*/ 4020 w 4140"/>
              <a:gd name="p0y8" fmla="*/ 5085 h 5085"/>
              <a:gd name="p0x9" fmla="*/ 120 w 4140"/>
              <a:gd name="p0y9" fmla="*/ 5085 h 5085"/>
              <a:gd name="p0x10" fmla="*/ 53 w 4140"/>
              <a:gd name="p0y10" fmla="*/ 5085 h 5085"/>
              <a:gd name="p0x11" fmla="*/ 0 w 4140"/>
              <a:gd name="p0y11" fmla="*/ 5031 h 5085"/>
              <a:gd name="p0x12" fmla="*/ 0 w 4140"/>
              <a:gd name="p0y12" fmla="*/ 4965 h 5085"/>
              <a:gd name="p0x13" fmla="*/ 0 w 4140"/>
              <a:gd name="p0y13" fmla="*/ 120 h 5085"/>
              <a:gd name="p0x14" fmla="*/ 0 w 4140"/>
              <a:gd name="p0y14" fmla="*/ 53 h 5085"/>
              <a:gd name="p0x15" fmla="*/ 53 w 4140"/>
              <a:gd name="p0y15" fmla="*/ 0 h 5085"/>
              <a:gd name="p0x16" fmla="*/ 120 w 4140"/>
              <a:gd name="p0y16" fmla="*/ 0 h 5085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9525" cmpd="sng">
            <a:solidFill>
              <a:srgbClr val="FFFFFF">
                <a:alpha val="10980"/>
              </a:srgbClr>
            </a:solidFill>
            <a:prstDash val="solid"/>
          </a:ln>
          <a:effectLst xmlns:a="http://schemas.openxmlformats.org/drawingml/2006/main">
            <a:outerShdw blurRad="142875" algn="ctr" rotWithShape="0">
              <a:schemeClr val="accent2">
                <a:alpha val="12157"/>
              </a:scheme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4B773B7-913D-4238-B836-F6810674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36570"/>
            <a:ext cx="2314575" cy="627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3600" b="1">
                <a:solidFill>
                  <a:srgbClr val="AF753D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3600" b="1">
              <a:solidFill>
                <a:srgbClr val="AF75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E66F034-33FD-4103-8756-C3645C20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90950"/>
            <a:ext cx="2314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7A763EE-974A-4930-A055-9ABB257C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36683"/>
            <a:ext cx="231457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>
                <a:solidFill>
                  <a:srgbClr val="F4F4F5"/>
                </a:solidFill>
                <a:latin typeface="Microsoft YaHei"/>
                <a:ea typeface="Microsoft YaHei"/>
                <a:cs typeface="Microsoft YaHei"/>
              </a:rPr>
              <a:t>确定性同款与比价</a:t>
            </a:r>
            <a:endParaRPr sz="2100" b="1">
              <a:solidFill>
                <a:srgbClr val="F4F4F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AC207BC-9E1B-4260-84A5-49280B29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10539"/>
            <a:ext cx="2314575" cy="4514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350">
                <a:solidFill>
                  <a:srgbClr val="FFFFFF">
                    <a:alpha val="72157"/>
                  </a:srgbClr>
                </a:solidFill>
                <a:latin typeface="Microsoft YaHei"/>
                <a:ea typeface="Microsoft YaHei"/>
                <a:cs typeface="Microsoft YaHei"/>
              </a:rPr>
              <a:t>SPU 聚类 · SKU 拆分
价格与偏好排序</a:t>
            </a:r>
            <a:endParaRPr sz="1350">
              <a:solidFill>
                <a:srgbClr val="FFFFFF">
                  <a:alpha val="72157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266056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6CC809C5-11F5-48B5-842B-679FA1B0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8"/>
            <a:ext cx="111252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F4F4F5"/>
                </a:solidFill>
                <a:latin typeface="Microsoft YaHei"/>
                <a:ea typeface="Microsoft YaHei"/>
                <a:cs typeface="Microsoft YaHei"/>
              </a:rPr>
              <a:t>不是找相似图，而是确定可比较对象</a:t>
            </a:r>
            <a:endParaRPr sz="3000" b="1">
              <a:solidFill>
                <a:srgbClr val="F4F4F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A834284C-63F4-478B-B3F1-71196238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400675" cy="4090035"/>
          </a:xfrm>
          <a:custGeom xmlns:a="http://schemas.openxmlformats.org/drawingml/2006/main">
            <a:gdLst>
              <a:gd name="sw" fmla="*/ 1 w 8505"/>
              <a:gd name="sh" fmla="*/ 1 h 6440"/>
              <a:gd name="mins" fmla="min sw sh"/>
              <a:gd name="dsw" fmla="+- 0 sw mins"/>
              <a:gd name="dsh" fmla="+- 0 sh mins"/>
              <a:gd name="p0x0" fmla="*/ 120 w 8505"/>
              <a:gd name="p0y0" fmla="*/ 0 h 6440"/>
              <a:gd name="p0x1" fmla="*/ 8385 w 8505"/>
              <a:gd name="p0y1" fmla="*/ 0 h 6440"/>
              <a:gd name="p0x2" fmla="*/ 8451 w 8505"/>
              <a:gd name="p0y2" fmla="*/ 0 h 6440"/>
              <a:gd name="p0x3" fmla="*/ 8505 w 8505"/>
              <a:gd name="p0y3" fmla="*/ 53 h 6440"/>
              <a:gd name="p0x4" fmla="*/ 8505 w 8505"/>
              <a:gd name="p0y4" fmla="*/ 120 h 6440"/>
              <a:gd name="p0x5" fmla="*/ 8505 w 8505"/>
              <a:gd name="p0y5" fmla="*/ 6320 h 6440"/>
              <a:gd name="p0x6" fmla="*/ 8505 w 8505"/>
              <a:gd name="p0y6" fmla="*/ 6387 h 6440"/>
              <a:gd name="p0x7" fmla="*/ 8451 w 8505"/>
              <a:gd name="p0y7" fmla="*/ 6440 h 6440"/>
              <a:gd name="p0x8" fmla="*/ 8385 w 8505"/>
              <a:gd name="p0y8" fmla="*/ 6440 h 6440"/>
              <a:gd name="p0x9" fmla="*/ 120 w 8505"/>
              <a:gd name="p0y9" fmla="*/ 6440 h 6440"/>
              <a:gd name="p0x10" fmla="*/ 53 w 8505"/>
              <a:gd name="p0y10" fmla="*/ 6440 h 6440"/>
              <a:gd name="p0x11" fmla="*/ 0 w 8505"/>
              <a:gd name="p0y11" fmla="*/ 6387 h 6440"/>
              <a:gd name="p0x12" fmla="*/ 0 w 8505"/>
              <a:gd name="p0y12" fmla="*/ 6320 h 6440"/>
              <a:gd name="p0x13" fmla="*/ 0 w 8505"/>
              <a:gd name="p0y13" fmla="*/ 120 h 6440"/>
              <a:gd name="p0x14" fmla="*/ 0 w 8505"/>
              <a:gd name="p0y14" fmla="*/ 53 h 6440"/>
              <a:gd name="p0x15" fmla="*/ 53 w 8505"/>
              <a:gd name="p0y15" fmla="*/ 0 h 6440"/>
              <a:gd name="p0x16" fmla="*/ 120 w 8505"/>
              <a:gd name="p0y16" fmla="*/ 0 h 6440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9525" cmpd="sng">
            <a:solidFill>
              <a:srgbClr val="FFFFFF">
                <a:alpha val="10980"/>
              </a:srgbClr>
            </a:solidFill>
            <a:prstDash val="solid"/>
          </a:ln>
          <a:effectLst xmlns:a="http://schemas.openxmlformats.org/drawingml/2006/main">
            <a:outerShdw blurRad="142875" algn="ctr" rotWithShape="0">
              <a:schemeClr val="accent2">
                <a:alpha val="12157"/>
              </a:scheme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E243B75-A665-4385-BFFD-04E50778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288732"/>
            <a:ext cx="50101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 spc="42">
                <a:solidFill>
                  <a:srgbClr val="F4F4F5"/>
                </a:solidFill>
                <a:latin typeface="Microsoft YaHei"/>
                <a:ea typeface="Microsoft YaHei"/>
                <a:cs typeface="Microsoft YaHei"/>
              </a:rPr>
              <a:t>为什么普通图搜不够</a:t>
            </a:r>
            <a:endParaRPr sz="2100" b="1" spc="42">
              <a:solidFill>
                <a:srgbClr val="F4F4F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任意多边形 5">
            <a:extLst xmlns:a="http://schemas.openxmlformats.org/drawingml/2006/main">
              <a:ext uri="{FF2B5EF4-FFF2-40B4-BE49-F238E27FC236}">
                <a16:creationId xmlns:a16="http://schemas.microsoft.com/office/drawing/2014/main" id="{32BDD4D5-607F-48E0-AAB2-D34BCC58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35785"/>
            <a:ext cx="342900" cy="342900"/>
          </a:xfrm>
          <a:custGeom xmlns:a="http://schemas.openxmlformats.org/drawingml/2006/main"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607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86845DFB-C29D-4793-8ADA-F44D2C9B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59" y="1885626"/>
            <a:ext cx="471116" cy="239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3000"/>
              </a:lnSpc>
              <a:buNone/>
            </a:pPr>
            <a:r>
              <a:rPr sz="1650" b="1">
                <a:solidFill>
                  <a:srgbClr val="AF753D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650" b="1">
              <a:solidFill>
                <a:srgbClr val="AF75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3D7A74C-28DD-4B8C-AA13-7ED13F3C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874196"/>
            <a:ext cx="2286000" cy="261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500" b="1">
                <a:solidFill>
                  <a:schemeClr val="tx2">
                    <a:lumMod val="4356"/>
                    <a:lumOff val="95644"/>
                  </a:schemeClr>
                </a:solidFill>
                <a:latin typeface="Microsoft YaHei"/>
                <a:ea typeface="Microsoft YaHei"/>
                <a:cs typeface="Microsoft YaHei"/>
              </a:rPr>
              <a:t>只有图片，没有商品名</a:t>
            </a:r>
            <a:endParaRPr sz="1500" b="1">
              <a:solidFill>
                <a:schemeClr val="tx2">
                  <a:lumMod val="4356"/>
                  <a:lumOff val="95644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A6630C45-5327-470B-B281-F5383522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76170"/>
            <a:ext cx="342900" cy="342900"/>
          </a:xfrm>
          <a:custGeom xmlns:a="http://schemas.openxmlformats.org/drawingml/2006/main"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607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63561B0-ED28-494D-8C9F-3EEA93C4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59" y="2426313"/>
            <a:ext cx="471116" cy="239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3000"/>
              </a:lnSpc>
              <a:buNone/>
            </a:pPr>
            <a:r>
              <a:rPr sz="1650" b="1">
                <a:solidFill>
                  <a:srgbClr val="AF753D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650" b="1">
              <a:solidFill>
                <a:srgbClr val="AF75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E84E92B-EBA6-4E57-80D9-DAA326EA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14883"/>
            <a:ext cx="3619500" cy="261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500" b="1">
                <a:solidFill>
                  <a:schemeClr val="tx2">
                    <a:lumMod val="4356"/>
                    <a:lumOff val="95644"/>
                  </a:schemeClr>
                </a:solidFill>
                <a:latin typeface="Microsoft YaHei"/>
                <a:ea typeface="Microsoft YaHei"/>
                <a:cs typeface="Microsoft YaHei"/>
              </a:rPr>
              <a:t>缺少品牌、型号、规格等检索词</a:t>
            </a:r>
            <a:endParaRPr sz="1500" b="1">
              <a:solidFill>
                <a:schemeClr val="tx2">
                  <a:lumMod val="4356"/>
                  <a:lumOff val="95644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5DA6AA57-C9D3-4AB1-ACE8-F3110486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17190"/>
            <a:ext cx="342900" cy="342900"/>
          </a:xfrm>
          <a:custGeom xmlns:a="http://schemas.openxmlformats.org/drawingml/2006/main"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607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1568BDD-9B54-4DBE-A923-C8BA6A0F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59" y="2967009"/>
            <a:ext cx="471116" cy="239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3000"/>
              </a:lnSpc>
              <a:buNone/>
            </a:pPr>
            <a:r>
              <a:rPr sz="1650" b="1">
                <a:solidFill>
                  <a:srgbClr val="AF753D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650" b="1">
              <a:solidFill>
                <a:srgbClr val="AF75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BF519AB1-A2E3-4944-9D7E-F7145AED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55579"/>
            <a:ext cx="2667000" cy="261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500" b="1">
                <a:solidFill>
                  <a:schemeClr val="tx2">
                    <a:lumMod val="4356"/>
                    <a:lumOff val="95644"/>
                  </a:schemeClr>
                </a:solidFill>
                <a:latin typeface="Microsoft YaHei"/>
                <a:ea typeface="Microsoft YaHei"/>
                <a:cs typeface="Microsoft YaHei"/>
              </a:rPr>
              <a:t>相似外观不能证明同款</a:t>
            </a:r>
            <a:endParaRPr sz="1500" b="1">
              <a:solidFill>
                <a:schemeClr val="tx2">
                  <a:lumMod val="4356"/>
                  <a:lumOff val="95644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0D7EEADE-68C9-4078-8746-55C13136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57575"/>
            <a:ext cx="342900" cy="342900"/>
          </a:xfrm>
          <a:custGeom xmlns:a="http://schemas.openxmlformats.org/drawingml/2006/main"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607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C2FB8420-960F-4194-B059-8EA87F0F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59" y="3507705"/>
            <a:ext cx="471116" cy="239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3000"/>
              </a:lnSpc>
              <a:buNone/>
            </a:pPr>
            <a:r>
              <a:rPr sz="1650" b="1">
                <a:solidFill>
                  <a:srgbClr val="AF753D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650" b="1">
              <a:solidFill>
                <a:srgbClr val="AF75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76520457-C4BE-4CA2-91EF-8C5930A7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496275"/>
            <a:ext cx="4572000" cy="261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500" b="1">
                <a:solidFill>
                  <a:schemeClr val="tx2">
                    <a:lumMod val="4356"/>
                    <a:lumOff val="95644"/>
                  </a:schemeClr>
                </a:solidFill>
                <a:latin typeface="Microsoft YaHei"/>
                <a:ea typeface="Microsoft YaHei"/>
                <a:cs typeface="Microsoft YaHei"/>
              </a:rPr>
              <a:t>对象不一致，价格比较就没有意义</a:t>
            </a:r>
            <a:endParaRPr sz="1500" b="1">
              <a:solidFill>
                <a:schemeClr val="tx2">
                  <a:lumMod val="4356"/>
                  <a:lumOff val="95644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6380A6DB-D7A2-4D94-8F56-2B85608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98595"/>
            <a:ext cx="342900" cy="342900"/>
          </a:xfrm>
          <a:custGeom xmlns:a="http://schemas.openxmlformats.org/drawingml/2006/main"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607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4203D71-4CFC-44DF-86A3-C94FFE35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59" y="4048392"/>
            <a:ext cx="471116" cy="239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3000"/>
              </a:lnSpc>
              <a:buNone/>
            </a:pPr>
            <a:r>
              <a:rPr sz="1650" b="1">
                <a:solidFill>
                  <a:srgbClr val="AF753D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650" b="1">
              <a:solidFill>
                <a:srgbClr val="AF75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229F6069-1012-48E7-B766-A7B8CCDA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36962"/>
            <a:ext cx="2286000" cy="261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500" b="1">
                <a:solidFill>
                  <a:schemeClr val="tx2">
                    <a:lumMod val="4356"/>
                    <a:lumOff val="95644"/>
                  </a:schemeClr>
                </a:solidFill>
                <a:latin typeface="Microsoft YaHei"/>
                <a:ea typeface="Microsoft YaHei"/>
                <a:cs typeface="Microsoft YaHei"/>
              </a:rPr>
              <a:t>低价可能来自不同 SKU</a:t>
            </a:r>
            <a:endParaRPr sz="1500" b="1">
              <a:solidFill>
                <a:schemeClr val="tx2">
                  <a:lumMod val="4356"/>
                  <a:lumOff val="95644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E5E0320B-5C68-49D7-9D07-666D0C53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38980"/>
            <a:ext cx="342900" cy="342900"/>
          </a:xfrm>
          <a:custGeom xmlns:a="http://schemas.openxmlformats.org/drawingml/2006/main"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607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7EA51F42-7EF7-4019-B703-23280DE3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59" y="4589088"/>
            <a:ext cx="471116" cy="239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3000"/>
              </a:lnSpc>
              <a:buNone/>
            </a:pPr>
            <a:r>
              <a:rPr sz="1650" b="1">
                <a:solidFill>
                  <a:srgbClr val="AF753D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650" b="1">
              <a:solidFill>
                <a:srgbClr val="AF75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D6B3F36E-1BCE-4DD3-97F0-04303910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577658"/>
            <a:ext cx="2857500" cy="261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500" b="1">
                <a:solidFill>
                  <a:schemeClr val="tx2">
                    <a:lumMod val="4356"/>
                    <a:lumOff val="95644"/>
                  </a:schemeClr>
                </a:solidFill>
                <a:latin typeface="Microsoft YaHei"/>
                <a:ea typeface="Microsoft YaHei"/>
                <a:cs typeface="Microsoft YaHei"/>
              </a:rPr>
              <a:t>推荐必须给出可核验依据</a:t>
            </a:r>
            <a:endParaRPr sz="1500" b="1">
              <a:solidFill>
                <a:schemeClr val="tx2">
                  <a:lumMod val="4356"/>
                  <a:lumOff val="95644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9A790A62-E182-4022-BB32-82B501AF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1109345"/>
            <a:ext cx="5400675" cy="4090035"/>
          </a:xfrm>
          <a:custGeom xmlns:a="http://schemas.openxmlformats.org/drawingml/2006/main">
            <a:gdLst>
              <a:gd name="sw" fmla="*/ 1 w 8505"/>
              <a:gd name="sh" fmla="*/ 1 h 6440"/>
              <a:gd name="mins" fmla="min sw sh"/>
              <a:gd name="dsw" fmla="+- 0 sw mins"/>
              <a:gd name="dsh" fmla="+- 0 sh mins"/>
              <a:gd name="p0x0" fmla="*/ 120 w 8505"/>
              <a:gd name="p0y0" fmla="*/ 0 h 6440"/>
              <a:gd name="p0x1" fmla="*/ 8385 w 8505"/>
              <a:gd name="p0y1" fmla="*/ 0 h 6440"/>
              <a:gd name="p0x2" fmla="*/ 8451 w 8505"/>
              <a:gd name="p0y2" fmla="*/ 0 h 6440"/>
              <a:gd name="p0x3" fmla="*/ 8505 w 8505"/>
              <a:gd name="p0y3" fmla="*/ 53 h 6440"/>
              <a:gd name="p0x4" fmla="*/ 8505 w 8505"/>
              <a:gd name="p0y4" fmla="*/ 120 h 6440"/>
              <a:gd name="p0x5" fmla="*/ 8505 w 8505"/>
              <a:gd name="p0y5" fmla="*/ 6320 h 6440"/>
              <a:gd name="p0x6" fmla="*/ 8505 w 8505"/>
              <a:gd name="p0y6" fmla="*/ 6387 h 6440"/>
              <a:gd name="p0x7" fmla="*/ 8451 w 8505"/>
              <a:gd name="p0y7" fmla="*/ 6440 h 6440"/>
              <a:gd name="p0x8" fmla="*/ 8385 w 8505"/>
              <a:gd name="p0y8" fmla="*/ 6440 h 6440"/>
              <a:gd name="p0x9" fmla="*/ 120 w 8505"/>
              <a:gd name="p0y9" fmla="*/ 6440 h 6440"/>
              <a:gd name="p0x10" fmla="*/ 53 w 8505"/>
              <a:gd name="p0y10" fmla="*/ 6440 h 6440"/>
              <a:gd name="p0x11" fmla="*/ 0 w 8505"/>
              <a:gd name="p0y11" fmla="*/ 6387 h 6440"/>
              <a:gd name="p0x12" fmla="*/ 0 w 8505"/>
              <a:gd name="p0y12" fmla="*/ 6320 h 6440"/>
              <a:gd name="p0x13" fmla="*/ 0 w 8505"/>
              <a:gd name="p0y13" fmla="*/ 120 h 6440"/>
              <a:gd name="p0x14" fmla="*/ 0 w 8505"/>
              <a:gd name="p0y14" fmla="*/ 53 h 6440"/>
              <a:gd name="p0x15" fmla="*/ 53 w 8505"/>
              <a:gd name="p0y15" fmla="*/ 0 h 6440"/>
              <a:gd name="p0x16" fmla="*/ 120 w 8505"/>
              <a:gd name="p0y16" fmla="*/ 0 h 6440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0980"/>
            </a:srgbClr>
          </a:solidFill>
          <a:ln xmlns:a="http://schemas.openxmlformats.org/drawingml/2006/main" w="9525" cmpd="sng">
            <a:solidFill>
              <a:srgbClr val="FFFFFF">
                <a:alpha val="10980"/>
              </a:srgbClr>
            </a:solidFill>
            <a:prstDash val="solid"/>
          </a:ln>
          <a:effectLst xmlns:a="http://schemas.openxmlformats.org/drawingml/2006/main">
            <a:outerShdw blurRad="142875" algn="ctr" rotWithShape="0">
              <a:schemeClr val="accent2">
                <a:alpha val="12157"/>
              </a:scheme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59D5196-1B47-45DC-8B4D-4B19EE49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288732"/>
            <a:ext cx="50101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2100" b="1" spc="42">
                <a:solidFill>
                  <a:srgbClr val="F4F4F5"/>
                </a:solidFill>
                <a:latin typeface="Microsoft YaHei"/>
                <a:ea typeface="Microsoft YaHei"/>
                <a:cs typeface="Microsoft YaHei"/>
              </a:rPr>
              <a:t>四步锁定可比商品</a:t>
            </a:r>
            <a:endParaRPr sz="2100" b="1" spc="42">
              <a:solidFill>
                <a:srgbClr val="F4F4F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F9C41FF-50A7-4AE2-AC43-8C06A66E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2232" y="1679258"/>
            <a:ext cx="1399651" cy="6515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</a:pPr>
            <a:r>
              <a:rPr sz="4200" b="1">
                <a:solidFill>
                  <a:srgbClr val="F06666"/>
                </a:solidFill>
                <a:latin typeface="Microsoft YaHei"/>
                <a:ea typeface="Microsoft YaHei"/>
                <a:cs typeface="Microsoft YaHei"/>
              </a:rPr>
              <a:t>4步</a:t>
            </a:r>
            <a:endParaRPr sz="2100" b="1">
              <a:solidFill>
                <a:srgbClr val="F066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DC2CB989-CD7C-4D55-BDD6-EEEB1AAE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249" y="2339283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chemeClr val="tx2">
                    <a:lumMod val="0"/>
                    <a:lumOff val="100000"/>
                    <a:alpha val="72157"/>
                  </a:schemeClr>
                </a:solidFill>
                <a:latin typeface="Microsoft YaHei"/>
                <a:ea typeface="Microsoft YaHei"/>
                <a:cs typeface="Microsoft YaHei"/>
              </a:rPr>
              <a:t>识别 → 约束 → 检索 → 决策</a:t>
            </a:r>
            <a:endParaRPr sz="1350">
              <a:solidFill>
                <a:schemeClr val="tx2">
                  <a:lumMod val="0"/>
                  <a:lumOff val="100000"/>
                  <a:alpha val="72157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099EE417-C943-440B-BDB6-92DBBCD3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10180"/>
            <a:ext cx="342900" cy="342900"/>
          </a:xfrm>
          <a:custGeom xmlns:a="http://schemas.openxmlformats.org/drawingml/2006/main"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607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816A3E7F-9FF0-4DBD-B987-29154B96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959" y="2759916"/>
            <a:ext cx="471116" cy="239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3000"/>
              </a:lnSpc>
              <a:buNone/>
            </a:pPr>
            <a:r>
              <a:rPr sz="1650" b="1">
                <a:solidFill>
                  <a:srgbClr val="AF753D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650" b="1">
              <a:solidFill>
                <a:srgbClr val="AF75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E41C8AB4-7480-4309-B091-50705565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748486"/>
            <a:ext cx="3238500" cy="261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500" b="1">
                <a:solidFill>
                  <a:schemeClr val="tx2">
                    <a:lumMod val="4356"/>
                    <a:lumOff val="95644"/>
                  </a:schemeClr>
                </a:solidFill>
                <a:latin typeface="Microsoft YaHei"/>
                <a:ea typeface="Microsoft YaHei"/>
                <a:cs typeface="Microsoft YaHei"/>
              </a:rPr>
              <a:t>识别｜品类、品牌、型号、属性</a:t>
            </a:r>
            <a:endParaRPr sz="1500" b="1">
              <a:solidFill>
                <a:schemeClr val="tx2">
                  <a:lumMod val="4356"/>
                  <a:lumOff val="95644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5508DF17-305C-44F6-A857-4357E2C8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57220"/>
            <a:ext cx="342900" cy="342900"/>
          </a:xfrm>
          <a:custGeom xmlns:a="http://schemas.openxmlformats.org/drawingml/2006/main"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607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A7F923C1-6FAF-4CCA-86A1-E65A91DB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959" y="3207220"/>
            <a:ext cx="471116" cy="239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3000"/>
              </a:lnSpc>
              <a:buNone/>
            </a:pPr>
            <a:r>
              <a:rPr sz="1650" b="1">
                <a:solidFill>
                  <a:srgbClr val="AF753D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650" b="1">
              <a:solidFill>
                <a:srgbClr val="AF75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1ADB846A-AD60-4C11-A2D4-F3A012B9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95790"/>
            <a:ext cx="3671735" cy="261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500" b="1">
                <a:solidFill>
                  <a:schemeClr val="tx2">
                    <a:lumMod val="4356"/>
                    <a:lumOff val="95644"/>
                  </a:schemeClr>
                </a:solidFill>
                <a:latin typeface="Microsoft YaHei"/>
                <a:ea typeface="Microsoft YaHei"/>
                <a:cs typeface="Microsoft YaHei"/>
              </a:rPr>
              <a:t>约束｜合并预算、平台、颜色等条件</a:t>
            </a:r>
            <a:endParaRPr sz="1500" b="1">
              <a:solidFill>
                <a:schemeClr val="tx2">
                  <a:lumMod val="4356"/>
                  <a:lumOff val="95644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43B2D0CE-E8DB-472C-A9E7-3CAE8C8A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604895"/>
            <a:ext cx="342900" cy="342900"/>
          </a:xfrm>
          <a:custGeom xmlns:a="http://schemas.openxmlformats.org/drawingml/2006/main"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607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88B57AA-3D06-425D-8BDA-626CE3FF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959" y="3654523"/>
            <a:ext cx="471116" cy="239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3000"/>
              </a:lnSpc>
              <a:buNone/>
            </a:pPr>
            <a:r>
              <a:rPr sz="1650" b="1">
                <a:solidFill>
                  <a:srgbClr val="AF753D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650" b="1">
              <a:solidFill>
                <a:srgbClr val="AF75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31B87B5F-0FAD-4423-9F9F-C907CFAF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643094"/>
            <a:ext cx="3438744" cy="261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500" b="1">
                <a:solidFill>
                  <a:schemeClr val="tx2">
                    <a:lumMod val="4356"/>
                    <a:lumOff val="95644"/>
                  </a:schemeClr>
                </a:solidFill>
                <a:latin typeface="Microsoft YaHei"/>
                <a:ea typeface="Microsoft YaHei"/>
                <a:cs typeface="Microsoft YaHei"/>
              </a:rPr>
              <a:t>检索｜混合召回、同款判定、SKU 拆分</a:t>
            </a:r>
            <a:endParaRPr sz="1500" b="1">
              <a:solidFill>
                <a:schemeClr val="tx2">
                  <a:lumMod val="4356"/>
                  <a:lumOff val="95644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766C214A-E0EC-4E65-BEF9-3923D532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51935"/>
            <a:ext cx="342900" cy="342900"/>
          </a:xfrm>
          <a:custGeom xmlns:a="http://schemas.openxmlformats.org/drawingml/2006/main"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1607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3ACDFD96-E404-4854-BC75-F7F255CE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959" y="4101827"/>
            <a:ext cx="471116" cy="2390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3000"/>
              </a:lnSpc>
              <a:buNone/>
            </a:pPr>
            <a:r>
              <a:rPr sz="1650" b="1">
                <a:solidFill>
                  <a:srgbClr val="AF753D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650" b="1">
              <a:solidFill>
                <a:srgbClr val="AF753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CB5F29E2-4D6C-481D-822D-A2DEF0D6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090397"/>
            <a:ext cx="4752232" cy="261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500" b="1">
                <a:solidFill>
                  <a:schemeClr val="tx2">
                    <a:lumMod val="4356"/>
                    <a:lumOff val="95644"/>
                  </a:schemeClr>
                </a:solidFill>
                <a:latin typeface="Microsoft YaHei"/>
                <a:ea typeface="Microsoft YaHei"/>
                <a:cs typeface="Microsoft YaHei"/>
              </a:rPr>
              <a:t>决策｜只在同一 SKU 内比价，并输出证据</a:t>
            </a:r>
            <a:endParaRPr sz="1500" b="1">
              <a:solidFill>
                <a:schemeClr val="tx2">
                  <a:lumMod val="4356"/>
                  <a:lumOff val="95644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DB33CBCD-20E4-42C6-B272-B809C76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1020"/>
            <a:ext cx="11049000" cy="666750"/>
          </a:xfrm>
          <a:custGeom xmlns:a="http://schemas.openxmlformats.org/drawingml/2006/main"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120 w 17400"/>
              <a:gd name="p0y0" fmla="*/ 0 h 1050"/>
              <a:gd name="p0x1" fmla="*/ 17280 w 17400"/>
              <a:gd name="p0y1" fmla="*/ 0 h 1050"/>
              <a:gd name="p0x2" fmla="*/ 17346 w 17400"/>
              <a:gd name="p0y2" fmla="*/ 0 h 1050"/>
              <a:gd name="p0x3" fmla="*/ 17400 w 17400"/>
              <a:gd name="p0y3" fmla="*/ 53 h 1050"/>
              <a:gd name="p0x4" fmla="*/ 17400 w 17400"/>
              <a:gd name="p0y4" fmla="*/ 120 h 1050"/>
              <a:gd name="p0x5" fmla="*/ 17400 w 17400"/>
              <a:gd name="p0y5" fmla="*/ 930 h 1050"/>
              <a:gd name="p0x6" fmla="*/ 17400 w 17400"/>
              <a:gd name="p0y6" fmla="*/ 996 h 1050"/>
              <a:gd name="p0x7" fmla="*/ 17346 w 17400"/>
              <a:gd name="p0y7" fmla="*/ 1050 h 1050"/>
              <a:gd name="p0x8" fmla="*/ 17280 w 17400"/>
              <a:gd name="p0y8" fmla="*/ 1050 h 1050"/>
              <a:gd name="p0x9" fmla="*/ 120 w 17400"/>
              <a:gd name="p0y9" fmla="*/ 1050 h 1050"/>
              <a:gd name="p0x10" fmla="*/ 53 w 17400"/>
              <a:gd name="p0y10" fmla="*/ 1050 h 1050"/>
              <a:gd name="p0x11" fmla="*/ 0 w 17400"/>
              <a:gd name="p0y11" fmla="*/ 996 h 1050"/>
              <a:gd name="p0x12" fmla="*/ 0 w 17400"/>
              <a:gd name="p0y12" fmla="*/ 930 h 1050"/>
              <a:gd name="p0x13" fmla="*/ 0 w 17400"/>
              <a:gd name="p0y13" fmla="*/ 120 h 1050"/>
              <a:gd name="p0x14" fmla="*/ 0 w 17400"/>
              <a:gd name="p0y14" fmla="*/ 53 h 1050"/>
              <a:gd name="p0x15" fmla="*/ 53 w 17400"/>
              <a:gd name="p0y15" fmla="*/ 0 h 1050"/>
              <a:gd name="p0x16" fmla="*/ 120 w 17400"/>
              <a:gd name="p0y16" fmla="*/ 0 h 1050"/>
            </a:gdLst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69069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142875" algn="ctr" rotWithShape="0">
              <a:schemeClr val="accent2">
                <a:alpha val="12157"/>
              </a:scheme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A788C6D1-B698-4EB4-A2E9-9A4526EB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6867"/>
            <a:ext cx="3657829" cy="3114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先确定“同款”，再比较价格</a:t>
            </a:r>
            <a:endParaRPr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8428897"/>
      </p:ext>
    </p:extLst>
  </p:cSld>
</p:sld>
</file>

<file path=ppt/theme/theme1.xml><?xml version="1.0" encoding="utf-8"?>
<a:theme xmlns:a="http://schemas.openxmlformats.org/drawingml/2006/main" name="商务风黑金色通用模板">
  <a:themeElements>
    <a:clrScheme name="自定义 193">
      <a:dk1>
        <a:srgbClr val="000000"/>
      </a:dk1>
      <a:lt1>
        <a:srgbClr val="FFFFFF"/>
      </a:lt1>
      <a:dk2>
        <a:srgbClr val="0D0D0D"/>
      </a:dk2>
      <a:lt2>
        <a:srgbClr val="F5F7FF"/>
      </a:lt2>
      <a:accent1>
        <a:srgbClr val="AF753D"/>
      </a:accent1>
      <a:accent2>
        <a:srgbClr val="FFA912"/>
      </a:accent2>
      <a:accent3>
        <a:srgbClr val="9C60FF"/>
      </a:accent3>
      <a:accent4>
        <a:srgbClr val="17D594"/>
      </a:accent4>
      <a:accent5>
        <a:srgbClr val="F84949"/>
      </a:accent5>
      <a:accent6>
        <a:srgbClr val="EEC000"/>
      </a:accent6>
      <a:hlink>
        <a:srgbClr val="304FFE"/>
      </a:hlink>
      <a:folHlink>
        <a:srgbClr val="492067"/>
      </a:folHlink>
    </a:clrScheme>
    <a:fontScheme name="自定义 1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2026-08-23T13:54:52.1840000Z</dcterms:created>
  <dcterms:modified xsi:type="dcterms:W3CDTF">2026-08-23T13:54:52.1840000Z</dcterms:modified>
</coreProperties>
</file>