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0f067655484ce9" /><Relationship Type="http://schemas.openxmlformats.org/officeDocument/2006/relationships/extended-properties" Target="/docProps/app.xml" Id="Red935eecf1844cfa" /><Relationship Type="http://schemas.openxmlformats.org/officeDocument/2006/relationships/officeDocument" Target="/ppt/presentation.xml" Id="R0a90eb9e548740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00f8e8f1964f2b"/>
  </p:sldMasterIdLst>
  <p:notesMasterIdLst>
    <p:notesMasterId xmlns:r="http://schemas.openxmlformats.org/officeDocument/2006/relationships" r:id="R8aa2f9b7068b403c"/>
  </p:notesMasterIdLst>
  <p:sldIdLst>
    <p:sldId xmlns:r="http://schemas.openxmlformats.org/officeDocument/2006/relationships" id="256" r:id="R4d9c06456d194175"/>
    <p:sldId xmlns:r="http://schemas.openxmlformats.org/officeDocument/2006/relationships" id="257" r:id="R0fd6e79c5a0342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d6015d30ab440e" /><Relationship Type="http://schemas.openxmlformats.org/officeDocument/2006/relationships/slideMaster" Target="/ppt/slideMasters/slideMaster1.xml" Id="R3900f8e8f1964f2b" /><Relationship Type="http://schemas.openxmlformats.org/officeDocument/2006/relationships/notesMaster" Target="/ppt/notesMasters/notesMaster1.xml" Id="R8aa2f9b7068b403c" /><Relationship Type="http://schemas.openxmlformats.org/officeDocument/2006/relationships/presProps" Target="/ppt/presProps.xml" Id="R31bcc1044cf449a0" /><Relationship Type="http://schemas.openxmlformats.org/officeDocument/2006/relationships/viewProps" Target="/ppt/viewProps.xml" Id="R75fade8afebd4beb" /><Relationship Type="http://schemas.openxmlformats.org/officeDocument/2006/relationships/tableStyles" Target="/ppt/tableStyles.xml" Id="R47c1199fa3bf4270" /><Relationship Type="http://schemas.openxmlformats.org/officeDocument/2006/relationships/slide" Target="/ppt/slides/slide1.xml" Id="R4d9c06456d194175" /><Relationship Type="http://schemas.openxmlformats.org/officeDocument/2006/relationships/slide" Target="/ppt/slides/slide2.xml" Id="R0fd6e79c5a0342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3d683881f44f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商务风黑金色通用模板">
  <a:themeElements>
    <a:clrScheme name="自定义 193">
      <a:dk1>
        <a:srgbClr val="000000"/>
      </a:dk1>
      <a:lt1>
        <a:srgbClr val="FFFFFF"/>
      </a:lt1>
      <a:dk2>
        <a:srgbClr val="0D0D0D"/>
      </a:dk2>
      <a:lt2>
        <a:srgbClr val="F5F7FF"/>
      </a:lt2>
      <a:accent1>
        <a:srgbClr val="AF753D"/>
      </a:accent1>
      <a:accent2>
        <a:srgbClr val="FFA912"/>
      </a:accent2>
      <a:accent3>
        <a:srgbClr val="9C60FF"/>
      </a:accent3>
      <a:accent4>
        <a:srgbClr val="17D594"/>
      </a:accent4>
      <a:accent5>
        <a:srgbClr val="F84949"/>
      </a:accent5>
      <a:accent6>
        <a:srgbClr val="EEC000"/>
      </a:accent6>
      <a:hlink>
        <a:srgbClr val="304FFE"/>
      </a:hlink>
      <a:folHlink>
        <a:srgbClr val="492067"/>
      </a:folHlink>
    </a:clrScheme>
    <a:fontScheme name="自定义 1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自定义 19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fc22a441074e50" /><Relationship Type="http://schemas.openxmlformats.org/officeDocument/2006/relationships/notesMaster" Target="/ppt/notesMasters/notesMaster1.xml" Id="R8df8729d1c1248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05265b5ccf4317" /><Relationship Type="http://schemas.openxmlformats.org/officeDocument/2006/relationships/notesMaster" Target="/ppt/notesMasters/notesMaster1.xml" Id="R716d954575744c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封面：识价镜 AI Agent 技术面试演示。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D:\E.C.26-B\README.md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四个技术点来自简历中的识价镜项目亮点。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D:\实习\简历\output\pdf\张思成_简历.pdf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2dce3bf64a4c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b56e1905694cc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8b96344e6840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e246f26a7743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cb487beb58496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52a1467424aa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252b71c22c407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36f54efa2483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32b5dab9be41c6" /><Relationship Type="http://schemas.openxmlformats.org/officeDocument/2006/relationships/image" Target="/ppt/media/image.png" Id="R94b5a0322943485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10ef480a64fde" /><Relationship Type="http://schemas.openxmlformats.org/officeDocument/2006/relationships/image" Target="/ppt/media/image.png" Id="Rd69bf00caa8747d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079bdeb49f4c81" /><Relationship Type="http://schemas.openxmlformats.org/officeDocument/2006/relationships/image" Target="/ppt/media/image.png" Id="Rd566d0ffcb29459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097c35459e4ca3" /></Relationships>
</file>

<file path=ppt/slideLayouts/slideLayout1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4409EF6-F7BE-4C6C-838A-1EFD0FDDA9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22F59B74-CAAF-4B13-A806-D4AC86C599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43E851C-8EF0-4DB3-BBFC-12BBB3F8BF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44806A9-A3D1-4B04-B09F-7714B6D4AD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A0AACE6-0A4E-4127-B4FF-E0B335678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3BC591A-3366-4637-B638-1C249F6CC43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656000" y="895400"/>
            <a:ext cx="2880000" cy="1081088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algn="ctr">
              <a:buNone/>
              <a:defRPr sz="660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r>
              <a:t>标题</a:t>
            </a:r>
            <a:endParaRPr/>
          </a:p>
        </p:txBody>
      </p:sp>
      <p:sp>
        <p:nvSpPr>
          <p:cNvPr id="7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4AD09DAB-CA1E-4C18-B63A-4823D8A12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5B06876-15C3-4B79-873F-1FE6B1AED2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F5CB76A-B265-492F-B7A3-3CB4DAA50B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42E3F75-1EDA-4C4C-9382-3FBB8FCA6F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vert="horz" wrap="square" lIns="0" tIns="0" rIns="0" bIns="0" anchor="b">
            <a:norm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600EE82-F988-4C4C-825D-8132BA002C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5960" y="1301750"/>
            <a:ext cx="5323840" cy="487585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5FEA87A7-B662-4F25-BFFF-760526158ED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301750"/>
            <a:ext cx="5323840" cy="487585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75BEFF41-0342-489D-A5D6-6B498C3418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1CA707B4-0878-47E3-AE67-39023B9C3E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A207FA8-EE79-4553-B7A9-2361EA8846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D84B567-DC1A-41A2-9E52-23B3AB623DBD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95960" y="1301750"/>
            <a:ext cx="5323840" cy="411303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26D65B7E-B11A-4184-B291-C9E46DBFE9A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95960" y="1875099"/>
            <a:ext cx="5323840" cy="4300276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>
            <a:lvl1pPr>
              <a:buNone/>
              <a:defRPr sz="2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4667BA0-5061-42C8-ABF2-A2DB7BB49E8E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301750"/>
            <a:ext cx="5323840" cy="411303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5B41DA47-7CE0-43FD-9D6E-B5B9918B09D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1875099"/>
            <a:ext cx="5323840" cy="4300276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>
            <a:lvl1pPr>
              <a:buNone/>
              <a:defRPr sz="2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B120EC37-9697-4DDD-9EF6-89E433B5CA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1D0006A5-D5E4-4AE1-8352-A9ED6FF9D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8872FDA6-A446-402E-9EEB-D96950B2EC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标题 9">
            <a:extLst xmlns:a="http://schemas.openxmlformats.org/drawingml/2006/main">
              <a:ext uri="{FF2B5EF4-FFF2-40B4-BE49-F238E27FC236}">
                <a16:creationId xmlns:a16="http://schemas.microsoft.com/office/drawing/2014/main" id="{F1BF5988-AA55-4F68-9BF4-984F8B3836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D1DC25D-7F84-4DBA-94E7-43E4EBD0AD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CB981076-CC0C-40D9-AF01-6A11E5F098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8FBE1F4-3422-448B-A3F9-CEB7826F3E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9E36F83D-BAC4-4A5A-81F7-DE562983A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BE956731-9B86-48D7-92A1-407BD637D4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11B9A90E-64BF-4B91-88B8-646FA334C8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AB5D35D1-9C89-43C8-BE46-F1D490AEBC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1">
            <a:extLst xmlns:a="http://schemas.openxmlformats.org/drawingml/2006/main">
              <a:ext uri="{FF2B5EF4-FFF2-40B4-BE49-F238E27FC236}">
                <a16:creationId xmlns:a16="http://schemas.microsoft.com/office/drawing/2014/main" id="{68AFB526-2A1F-4BAF-A559-B2CDD9D635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5960" y="360045"/>
            <a:ext cx="10801985" cy="581787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FBE04D09-5E26-4D52-BB31-6BAC2F68C5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41EC5234-0D7E-4FC7-80A0-649B16A79E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54B29146-BA01-4E05-B162-40F53543F2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93EB6DF-97B2-43EF-817B-35B81DDF6FC5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95960" y="1301750"/>
            <a:ext cx="10799088" cy="405553"/>
          </a:xfrm>
        </p:spPr>
        <p:txBody>
          <a:bodyPr xmlns:a="http://schemas.openxmlformats.org/drawingml/2006/main" wrap="square" anchor="t">
            <a:norm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r>
              <a:t>单击此处编辑副标题</a:t>
            </a:r>
            <a:endParaRPr/>
          </a:p>
        </p:txBody>
      </p:sp>
      <p:sp>
        <p:nvSpPr>
          <p:cNvPr id="7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A1E6351-ECD1-472D-932A-92AFB45C8E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ACCF4BF-1341-4040-94D0-0259920C39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0F43FBC-D0DE-4531-9365-ECE035D365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8E66146A-EE38-487F-87A7-D1CCDB0EB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Sp="0" preserve="1" userDrawn="1">
  <p:cSld name="封面页_1_4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图片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5a03229434850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33" name="任意多边形: 形状 32">
            <a:extLst xmlns:a="http://schemas.openxmlformats.org/drawingml/2006/main">
              <a:ext uri="{FF2B5EF4-FFF2-40B4-BE49-F238E27FC236}">
                <a16:creationId xmlns:a16="http://schemas.microsoft.com/office/drawing/2014/main" id="{AA29673F-514B-40B7-8B34-E8F3C1F9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任意多边形: 形状 34">
            <a:extLst xmlns:a="http://schemas.openxmlformats.org/drawingml/2006/main">
              <a:ext uri="{FF2B5EF4-FFF2-40B4-BE49-F238E27FC236}">
                <a16:creationId xmlns:a16="http://schemas.microsoft.com/office/drawing/2014/main" id="{9E3875D6-91CA-4FE4-AA53-97AB812A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68E164B-5926-40B8-B373-8A894738EBF5}"/>
              </a:ext>
            </a:extLst>
          </p:cNvPr>
          <p:cNvSpPr>
            <a:spLocks xmlns:a="http://schemas.openxmlformats.org/drawingml/2006/main" noGrp="1"/>
          </p:cNvSpPr>
          <p:nvPr>
            <p:ph type="dt" idx="16385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CC1F0E0-649A-41A7-A97F-927C44F763D5}"/>
              </a:ext>
            </a:extLst>
          </p:cNvPr>
          <p:cNvSpPr>
            <a:spLocks xmlns:a="http://schemas.openxmlformats.org/drawingml/2006/main" noGrp="1"/>
          </p:cNvSpPr>
          <p:nvPr>
            <p:ph type="ftr" idx="16386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793FE3DA-DB07-49EF-96BA-A1BB3ADD9FF9}"/>
              </a:ext>
            </a:extLst>
          </p:cNvPr>
          <p:cNvSpPr>
            <a:spLocks xmlns:a="http://schemas.openxmlformats.org/drawingml/2006/main" noGrp="1"/>
          </p:cNvSpPr>
          <p:nvPr>
            <p:ph type="sldNum" idx="16387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Placeholder 11">
            <a:extLst xmlns:a="http://schemas.openxmlformats.org/drawingml/2006/main">
              <a:ext uri="{FF2B5EF4-FFF2-40B4-BE49-F238E27FC236}">
                <a16:creationId xmlns:a16="http://schemas.microsoft.com/office/drawing/2014/main" id="{F66E1B58-1668-4CF8-BBA0-C05D90A73B37}"/>
              </a:ext>
            </a:extLst>
          </p:cNvPr>
          <p:cNvSpPr>
            <a:spLocks xmlns:a="http://schemas.openxmlformats.org/drawingml/2006/main" noGrp="1"/>
          </p:cNvSpPr>
          <p:nvPr>
            <p:ph type="body" idx="16389" hasCustomPrompt="1"/>
          </p:nvPr>
        </p:nvSpPr>
        <p:spPr>
          <a:xfrm xmlns:a="http://schemas.openxmlformats.org/drawingml/2006/main">
            <a:off x="2145771" y="1981200"/>
            <a:ext cx="787505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20XX YEAR</a:t>
            </a: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597389D0-7CF9-4AAF-9CBB-F03026349716}"/>
              </a:ext>
            </a:extLst>
          </p:cNvPr>
          <p:cNvSpPr>
            <a:spLocks xmlns:a="http://schemas.openxmlformats.org/drawingml/2006/main" noGrp="1"/>
          </p:cNvSpPr>
          <p:nvPr>
            <p:ph type="ctrTitle" idx="16388" hasCustomPrompt="1"/>
          </p:nvPr>
        </p:nvSpPr>
        <p:spPr>
          <a:xfrm xmlns:a="http://schemas.openxmlformats.org/drawingml/2006/main">
            <a:off x="1903677" y="2489200"/>
            <a:ext cx="8384646" cy="18796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000" spc="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r>
              <a:t>单击此处添加文档标题</a:t>
            </a:r>
            <a:endParaRPr/>
          </a:p>
        </p:txBody>
      </p:sp>
      <p:sp>
        <p:nvSpPr>
          <p:cNvPr id="24" name="署名占位符 10">
            <a:extLst xmlns:a="http://schemas.openxmlformats.org/drawingml/2006/main">
              <a:ext uri="{FF2B5EF4-FFF2-40B4-BE49-F238E27FC236}">
                <a16:creationId xmlns:a16="http://schemas.microsoft.com/office/drawing/2014/main" id="{9B293643-C71D-4A4A-8041-86656A1C5C7D}"/>
              </a:ext>
            </a:extLst>
          </p:cNvPr>
          <p:cNvSpPr>
            <a:spLocks xmlns:a="http://schemas.openxmlformats.org/drawingml/2006/main" noGrp="1"/>
          </p:cNvSpPr>
          <p:nvPr>
            <p:ph type="body" idx="16390" hasCustomPrompt="1"/>
          </p:nvPr>
        </p:nvSpPr>
        <p:spPr>
          <a:xfrm xmlns:a="http://schemas.openxmlformats.org/drawingml/2006/main">
            <a:off x="4812859" y="4419600"/>
            <a:ext cx="2540882" cy="533400"/>
          </a:xfrm>
        </p:spPr>
        <p:txBody>
          <a:bodyPr xmlns:a="http://schemas.openxmlformats.org/drawingml/2006/main" vert="horz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2000" b="0" spc="0">
                <a:solidFill>
                  <a:srgbClr val="FFFFFF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BY WPS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0" preserve="1" userDrawn="1">
  <p:cSld name="章节页_1_4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bf00caa8747d5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9" name="任意多边形: 形状 8">
            <a:extLst xmlns:a="http://schemas.openxmlformats.org/drawingml/2006/main">
              <a:ext uri="{FF2B5EF4-FFF2-40B4-BE49-F238E27FC236}">
                <a16:creationId xmlns:a16="http://schemas.microsoft.com/office/drawing/2014/main" id="{1510B366-893C-4B37-847E-3BA3385F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任意多边形: 形状 9">
            <a:extLst xmlns:a="http://schemas.openxmlformats.org/drawingml/2006/main">
              <a:ext uri="{FF2B5EF4-FFF2-40B4-BE49-F238E27FC236}">
                <a16:creationId xmlns:a16="http://schemas.microsoft.com/office/drawing/2014/main" id="{109691CE-97F7-48A9-9527-C161EBB5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3ADB5846-1E00-4189-89F2-6382AF104882}"/>
              </a:ext>
            </a:extLst>
          </p:cNvPr>
          <p:cNvSpPr>
            <a:spLocks xmlns:a="http://schemas.openxmlformats.org/drawingml/2006/main" noGrp="1"/>
          </p:cNvSpPr>
          <p:nvPr>
            <p:ph type="dt" idx="16385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79F2D441-8F26-4B66-951A-C21FB2B111D3}"/>
              </a:ext>
            </a:extLst>
          </p:cNvPr>
          <p:cNvSpPr>
            <a:spLocks xmlns:a="http://schemas.openxmlformats.org/drawingml/2006/main" noGrp="1"/>
          </p:cNvSpPr>
          <p:nvPr>
            <p:ph type="ftr" idx="1638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608FE3D9-9DD6-424B-9E19-D7A09086E4E1}"/>
              </a:ext>
            </a:extLst>
          </p:cNvPr>
          <p:cNvSpPr>
            <a:spLocks xmlns:a="http://schemas.openxmlformats.org/drawingml/2006/main" noGrp="1"/>
          </p:cNvSpPr>
          <p:nvPr>
            <p:ph type="sldNum" idx="16387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3C5D7D5C-5E5D-4CB5-9DCC-6A07775BE137}"/>
              </a:ext>
            </a:extLst>
          </p:cNvPr>
          <p:cNvSpPr>
            <a:spLocks xmlns:a="http://schemas.openxmlformats.org/drawingml/2006/main" noGrp="1"/>
          </p:cNvSpPr>
          <p:nvPr>
            <p:ph type="title" idx="16388" hasCustomPrompt="1"/>
          </p:nvPr>
        </p:nvSpPr>
        <p:spPr>
          <a:xfrm xmlns:a="http://schemas.openxmlformats.org/drawingml/2006/main">
            <a:off x="1903942" y="3530600"/>
            <a:ext cx="8384117" cy="15240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单击此处添加章节标题</a:t>
            </a:r>
            <a:endParaRPr/>
          </a:p>
        </p:txBody>
      </p:sp>
      <p:sp>
        <p:nvSpPr>
          <p:cNvPr id="11" name="节编号 3">
            <a:extLst xmlns:a="http://schemas.openxmlformats.org/drawingml/2006/main">
              <a:ext uri="{FF2B5EF4-FFF2-40B4-BE49-F238E27FC236}">
                <a16:creationId xmlns:a16="http://schemas.microsoft.com/office/drawing/2014/main" id="{7DA75A0A-164F-44B8-B171-F5601E42804A}"/>
              </a:ext>
            </a:extLst>
          </p:cNvPr>
          <p:cNvSpPr>
            <a:spLocks xmlns:a="http://schemas.openxmlformats.org/drawingml/2006/main" noGrp="1"/>
          </p:cNvSpPr>
          <p:nvPr>
            <p:ph type="body" idx="16389" hasCustomPrompt="1"/>
          </p:nvPr>
        </p:nvSpPr>
        <p:spPr>
          <a:xfrm xmlns:a="http://schemas.openxmlformats.org/drawingml/2006/main">
            <a:off x="5332413" y="1905000"/>
            <a:ext cx="1527175" cy="1524000"/>
          </a:xfrm>
        </p:spPr>
        <p:txBody>
          <a:bodyPr xmlns:a="http://schemas.openxmlformats.org/drawingml/2006/main" vert="horz" wrap="non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1" spc="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Sp="0" preserve="1" userDrawn="1">
  <p:cSld name="结束页_1_4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6d0ffcb29459a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8" name="任意多边形: 形状 7">
            <a:extLst xmlns:a="http://schemas.openxmlformats.org/drawingml/2006/main">
              <a:ext uri="{FF2B5EF4-FFF2-40B4-BE49-F238E27FC236}">
                <a16:creationId xmlns:a16="http://schemas.microsoft.com/office/drawing/2014/main" id="{BA8D807B-1235-4EE3-B8EA-E41F8469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任意多边形: 形状 8">
            <a:extLst xmlns:a="http://schemas.openxmlformats.org/drawingml/2006/main">
              <a:ext uri="{FF2B5EF4-FFF2-40B4-BE49-F238E27FC236}">
                <a16:creationId xmlns:a16="http://schemas.microsoft.com/office/drawing/2014/main" id="{C5CE161A-E4A8-4F0E-AB8F-DCD7237F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90297B3-A89B-4E12-B2AD-E4B7EDC124F1}"/>
              </a:ext>
            </a:extLst>
          </p:cNvPr>
          <p:cNvSpPr>
            <a:spLocks xmlns:a="http://schemas.openxmlformats.org/drawingml/2006/main" noGrp="1"/>
          </p:cNvSpPr>
          <p:nvPr>
            <p:ph type="dt" idx="16385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DC0C98B-6B8A-4E41-8DB1-7EBA812AD407}"/>
              </a:ext>
            </a:extLst>
          </p:cNvPr>
          <p:cNvSpPr>
            <a:spLocks xmlns:a="http://schemas.openxmlformats.org/drawingml/2006/main" noGrp="1"/>
          </p:cNvSpPr>
          <p:nvPr>
            <p:ph type="ftr" idx="1638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5F605C4-5F0E-4C93-A065-8F01598981C9}"/>
              </a:ext>
            </a:extLst>
          </p:cNvPr>
          <p:cNvSpPr>
            <a:spLocks xmlns:a="http://schemas.openxmlformats.org/drawingml/2006/main" noGrp="1"/>
          </p:cNvSpPr>
          <p:nvPr>
            <p:ph type="sldNum" idx="16387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副标题 2">
            <a:extLst xmlns:a="http://schemas.openxmlformats.org/drawingml/2006/main">
              <a:ext uri="{FF2B5EF4-FFF2-40B4-BE49-F238E27FC236}">
                <a16:creationId xmlns:a16="http://schemas.microsoft.com/office/drawing/2014/main" id="{B9FFB4C6-1061-40E8-A53C-8191B8A43DCC}"/>
              </a:ext>
            </a:extLst>
          </p:cNvPr>
          <p:cNvSpPr>
            <a:spLocks xmlns:a="http://schemas.openxmlformats.org/drawingml/2006/main" noGrp="1"/>
          </p:cNvSpPr>
          <p:nvPr>
            <p:ph type="body" idx="16389" hasCustomPrompt="1"/>
          </p:nvPr>
        </p:nvSpPr>
        <p:spPr>
          <a:xfrm xmlns:a="http://schemas.openxmlformats.org/drawingml/2006/main">
            <a:off x="3364971" y="2667000"/>
            <a:ext cx="5449358" cy="4572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u="none" kern="1200" cap="none" spc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THE END</a:t>
            </a: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C668B3A3-1713-4722-80BD-2CB4D0D8A415}"/>
              </a:ext>
            </a:extLst>
          </p:cNvPr>
          <p:cNvSpPr>
            <a:spLocks xmlns:a="http://schemas.openxmlformats.org/drawingml/2006/main" noGrp="1"/>
          </p:cNvSpPr>
          <p:nvPr>
            <p:ph type="ctrTitle" idx="16388" hasCustomPrompt="1"/>
          </p:nvPr>
        </p:nvSpPr>
        <p:spPr>
          <a:xfrm xmlns:a="http://schemas.openxmlformats.org/drawingml/2006/main">
            <a:off x="3364089" y="3175000"/>
            <a:ext cx="5451122" cy="10160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spc="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r>
              <a:t>谢谢观看</a:t>
            </a: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目录页-1-5-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0AF5519-2046-470D-B4EE-23B6162A2B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33C156F-57C2-4EDA-BE6C-DFEBD9F81C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D85B663-F775-493C-98A5-57DB65D6B9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ubtitle 10">
            <a:extLst xmlns:a="http://schemas.openxmlformats.org/drawingml/2006/main">
              <a:ext uri="{FF2B5EF4-FFF2-40B4-BE49-F238E27FC236}">
                <a16:creationId xmlns:a16="http://schemas.microsoft.com/office/drawing/2014/main" id="{742E7A9D-B2B8-4B12-BA19-DE7AE8852195}"/>
              </a:ext>
            </a:extLst>
          </p:cNvPr>
          <p:cNvSpPr>
            <a:spLocks xmlns:a="http://schemas.openxmlformats.org/drawingml/2006/main" noGrp="1"/>
          </p:cNvSpPr>
          <p:nvPr>
            <p:ph type="subTitle" idx="17826305" hasCustomPrompt="1"/>
          </p:nvPr>
        </p:nvSpPr>
        <p:spPr>
          <a:xfrm xmlns:a="http://schemas.openxmlformats.org/drawingml/2006/main">
            <a:off x="761471" y="2667000"/>
            <a:ext cx="236325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CONTENTS</a:t>
            </a:r>
            <a:endParaRPr/>
          </a:p>
        </p:txBody>
      </p:sp>
      <p:sp>
        <p:nvSpPr>
          <p:cNvPr id="12" name="Title 11">
            <a:extLst xmlns:a="http://schemas.openxmlformats.org/drawingml/2006/main">
              <a:ext uri="{FF2B5EF4-FFF2-40B4-BE49-F238E27FC236}">
                <a16:creationId xmlns:a16="http://schemas.microsoft.com/office/drawing/2014/main" id="{C14FAAD5-B18F-4969-BA84-3C81BE920C4D}"/>
              </a:ext>
            </a:extLst>
          </p:cNvPr>
          <p:cNvSpPr>
            <a:spLocks xmlns:a="http://schemas.openxmlformats.org/drawingml/2006/main" noGrp="1"/>
          </p:cNvSpPr>
          <p:nvPr>
            <p:ph type="ctrTitle" idx="17826049" hasCustomPrompt="1"/>
          </p:nvPr>
        </p:nvSpPr>
        <p:spPr>
          <a:xfrm xmlns:a="http://schemas.openxmlformats.org/drawingml/2006/main">
            <a:off x="760942" y="3175000"/>
            <a:ext cx="2364317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目录</a:t>
            </a:r>
            <a:endParaRPr/>
          </a:p>
        </p:txBody>
      </p:sp>
      <p:sp>
        <p:nvSpPr>
          <p:cNvPr id="13" name="Text Placeholder 12">
            <a:extLst xmlns:a="http://schemas.openxmlformats.org/drawingml/2006/main">
              <a:ext uri="{FF2B5EF4-FFF2-40B4-BE49-F238E27FC236}">
                <a16:creationId xmlns:a16="http://schemas.microsoft.com/office/drawing/2014/main" id="{2649E11F-04DF-400F-BC6E-E9584AEB0128}"/>
              </a:ext>
            </a:extLst>
          </p:cNvPr>
          <p:cNvSpPr>
            <a:spLocks xmlns:a="http://schemas.openxmlformats.org/drawingml/2006/main" noGrp="1"/>
          </p:cNvSpPr>
          <p:nvPr>
            <p:ph type="body" idx="319883777" hasCustomPrompt="1"/>
          </p:nvPr>
        </p:nvSpPr>
        <p:spPr>
          <a:xfrm xmlns:a="http://schemas.openxmlformats.org/drawingml/2006/main">
            <a:off x="4070350" y="22860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  <a:endParaRPr/>
          </a:p>
        </p:txBody>
      </p:sp>
      <p:sp>
        <p:nvSpPr>
          <p:cNvPr id="14" name="装饰  3">
            <a:extLst xmlns:a="http://schemas.openxmlformats.org/drawingml/2006/main">
              <a:ext uri="{FF2B5EF4-FFF2-40B4-BE49-F238E27FC236}">
                <a16:creationId xmlns:a16="http://schemas.microsoft.com/office/drawing/2014/main" id="{08B25FC4-F02E-40C8-96CA-170EF24041A3}"/>
              </a:ext>
            </a:extLst>
          </p:cNvPr>
          <p:cNvSpPr>
            <a:spLocks xmlns:a="http://schemas.openxmlformats.org/drawingml/2006/main" noGrp="1"/>
          </p:cNvSpPr>
          <p:nvPr>
            <p:ph type="body" idx="319883522" hasCustomPrompt="1"/>
          </p:nvPr>
        </p:nvSpPr>
        <p:spPr>
          <a:xfrm xmlns:a="http://schemas.openxmlformats.org/drawingml/2006/main">
            <a:off x="4851400" y="22098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15" name="Text Placeholder 14">
            <a:extLst xmlns:a="http://schemas.openxmlformats.org/drawingml/2006/main">
              <a:ext uri="{FF2B5EF4-FFF2-40B4-BE49-F238E27FC236}">
                <a16:creationId xmlns:a16="http://schemas.microsoft.com/office/drawing/2014/main" id="{F91895E1-6F8E-44B1-8756-A726EFF9DF6E}"/>
              </a:ext>
            </a:extLst>
          </p:cNvPr>
          <p:cNvSpPr>
            <a:spLocks xmlns:a="http://schemas.openxmlformats.org/drawingml/2006/main" noGrp="1"/>
          </p:cNvSpPr>
          <p:nvPr>
            <p:ph type="body" idx="51446017" hasCustomPrompt="1"/>
          </p:nvPr>
        </p:nvSpPr>
        <p:spPr>
          <a:xfrm xmlns:a="http://schemas.openxmlformats.org/drawingml/2006/main">
            <a:off x="5080000" y="21336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  <p:sp>
        <p:nvSpPr>
          <p:cNvPr id="16" name="Text Placeholder 15">
            <a:extLst xmlns:a="http://schemas.openxmlformats.org/drawingml/2006/main">
              <a:ext uri="{FF2B5EF4-FFF2-40B4-BE49-F238E27FC236}">
                <a16:creationId xmlns:a16="http://schemas.microsoft.com/office/drawing/2014/main" id="{34EAC592-9F24-4188-907D-C82994EC295F}"/>
              </a:ext>
            </a:extLst>
          </p:cNvPr>
          <p:cNvSpPr>
            <a:spLocks xmlns:a="http://schemas.openxmlformats.org/drawingml/2006/main" noGrp="1"/>
          </p:cNvSpPr>
          <p:nvPr>
            <p:ph type="body" idx="319949313" hasCustomPrompt="1"/>
          </p:nvPr>
        </p:nvSpPr>
        <p:spPr>
          <a:xfrm xmlns:a="http://schemas.openxmlformats.org/drawingml/2006/main">
            <a:off x="7994650" y="22860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  <a:endParaRPr/>
          </a:p>
        </p:txBody>
      </p:sp>
      <p:sp>
        <p:nvSpPr>
          <p:cNvPr id="17" name="装饰  6">
            <a:extLst xmlns:a="http://schemas.openxmlformats.org/drawingml/2006/main">
              <a:ext uri="{FF2B5EF4-FFF2-40B4-BE49-F238E27FC236}">
                <a16:creationId xmlns:a16="http://schemas.microsoft.com/office/drawing/2014/main" id="{2A85465A-AFE9-4B0F-82ED-A151CD631BB1}"/>
              </a:ext>
            </a:extLst>
          </p:cNvPr>
          <p:cNvSpPr>
            <a:spLocks xmlns:a="http://schemas.openxmlformats.org/drawingml/2006/main" noGrp="1"/>
          </p:cNvSpPr>
          <p:nvPr>
            <p:ph type="body" idx="319949058" hasCustomPrompt="1"/>
          </p:nvPr>
        </p:nvSpPr>
        <p:spPr>
          <a:xfrm xmlns:a="http://schemas.openxmlformats.org/drawingml/2006/main">
            <a:off x="8775700" y="22098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18" name="Text Placeholder 17">
            <a:extLst xmlns:a="http://schemas.openxmlformats.org/drawingml/2006/main">
              <a:ext uri="{FF2B5EF4-FFF2-40B4-BE49-F238E27FC236}">
                <a16:creationId xmlns:a16="http://schemas.microsoft.com/office/drawing/2014/main" id="{673B2C54-7A89-43DF-9678-65EB8FD0EBFB}"/>
              </a:ext>
            </a:extLst>
          </p:cNvPr>
          <p:cNvSpPr>
            <a:spLocks xmlns:a="http://schemas.openxmlformats.org/drawingml/2006/main" noGrp="1"/>
          </p:cNvSpPr>
          <p:nvPr>
            <p:ph type="body" idx="51511553" hasCustomPrompt="1"/>
          </p:nvPr>
        </p:nvSpPr>
        <p:spPr>
          <a:xfrm xmlns:a="http://schemas.openxmlformats.org/drawingml/2006/main">
            <a:off x="9004300" y="21336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13830BEB-E173-417A-97B1-F772E1FCE0EE}"/>
              </a:ext>
            </a:extLst>
          </p:cNvPr>
          <p:cNvSpPr>
            <a:spLocks xmlns:a="http://schemas.openxmlformats.org/drawingml/2006/main" noGrp="1"/>
          </p:cNvSpPr>
          <p:nvPr>
            <p:ph type="body" idx="320014849" hasCustomPrompt="1"/>
          </p:nvPr>
        </p:nvSpPr>
        <p:spPr>
          <a:xfrm xmlns:a="http://schemas.openxmlformats.org/drawingml/2006/main">
            <a:off x="4070350" y="39624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  <a:endParaRPr/>
          </a:p>
        </p:txBody>
      </p:sp>
      <p:sp>
        <p:nvSpPr>
          <p:cNvPr id="20" name="装饰  9">
            <a:extLst xmlns:a="http://schemas.openxmlformats.org/drawingml/2006/main">
              <a:ext uri="{FF2B5EF4-FFF2-40B4-BE49-F238E27FC236}">
                <a16:creationId xmlns:a16="http://schemas.microsoft.com/office/drawing/2014/main" id="{48388FB3-C4F8-4D8E-B5A8-DD87A9BEC0FA}"/>
              </a:ext>
            </a:extLst>
          </p:cNvPr>
          <p:cNvSpPr>
            <a:spLocks xmlns:a="http://schemas.openxmlformats.org/drawingml/2006/main" noGrp="1"/>
          </p:cNvSpPr>
          <p:nvPr>
            <p:ph type="body" idx="320014594" hasCustomPrompt="1"/>
          </p:nvPr>
        </p:nvSpPr>
        <p:spPr>
          <a:xfrm xmlns:a="http://schemas.openxmlformats.org/drawingml/2006/main">
            <a:off x="4851400" y="38862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21" name="Text Placeholder 20">
            <a:extLst xmlns:a="http://schemas.openxmlformats.org/drawingml/2006/main">
              <a:ext uri="{FF2B5EF4-FFF2-40B4-BE49-F238E27FC236}">
                <a16:creationId xmlns:a16="http://schemas.microsoft.com/office/drawing/2014/main" id="{76F58FDC-2D2E-4522-855C-CCC9AD329613}"/>
              </a:ext>
            </a:extLst>
          </p:cNvPr>
          <p:cNvSpPr>
            <a:spLocks xmlns:a="http://schemas.openxmlformats.org/drawingml/2006/main" noGrp="1"/>
          </p:cNvSpPr>
          <p:nvPr>
            <p:ph type="body" idx="51577089" hasCustomPrompt="1"/>
          </p:nvPr>
        </p:nvSpPr>
        <p:spPr>
          <a:xfrm xmlns:a="http://schemas.openxmlformats.org/drawingml/2006/main">
            <a:off x="5080000" y="38100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  <p:sp>
        <p:nvSpPr>
          <p:cNvPr id="22" name="Text Placeholder 21">
            <a:extLst xmlns:a="http://schemas.openxmlformats.org/drawingml/2006/main">
              <a:ext uri="{FF2B5EF4-FFF2-40B4-BE49-F238E27FC236}">
                <a16:creationId xmlns:a16="http://schemas.microsoft.com/office/drawing/2014/main" id="{0754071F-84BF-4337-8444-BB532836EE70}"/>
              </a:ext>
            </a:extLst>
          </p:cNvPr>
          <p:cNvSpPr>
            <a:spLocks xmlns:a="http://schemas.openxmlformats.org/drawingml/2006/main" noGrp="1"/>
          </p:cNvSpPr>
          <p:nvPr>
            <p:ph type="body" idx="320080385" hasCustomPrompt="1"/>
          </p:nvPr>
        </p:nvSpPr>
        <p:spPr>
          <a:xfrm xmlns:a="http://schemas.openxmlformats.org/drawingml/2006/main">
            <a:off x="7994650" y="39624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  <a:endParaRPr/>
          </a:p>
        </p:txBody>
      </p:sp>
      <p:sp>
        <p:nvSpPr>
          <p:cNvPr id="23" name="装饰  2">
            <a:extLst xmlns:a="http://schemas.openxmlformats.org/drawingml/2006/main">
              <a:ext uri="{FF2B5EF4-FFF2-40B4-BE49-F238E27FC236}">
                <a16:creationId xmlns:a16="http://schemas.microsoft.com/office/drawing/2014/main" id="{DD28B074-544E-413B-A2BF-7181761CE15C}"/>
              </a:ext>
            </a:extLst>
          </p:cNvPr>
          <p:cNvSpPr>
            <a:spLocks xmlns:a="http://schemas.openxmlformats.org/drawingml/2006/main" noGrp="1"/>
          </p:cNvSpPr>
          <p:nvPr>
            <p:ph type="body" idx="320080130" hasCustomPrompt="1"/>
          </p:nvPr>
        </p:nvSpPr>
        <p:spPr>
          <a:xfrm xmlns:a="http://schemas.openxmlformats.org/drawingml/2006/main">
            <a:off x="8775700" y="38862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24" name="Text Placeholder 23">
            <a:extLst xmlns:a="http://schemas.openxmlformats.org/drawingml/2006/main">
              <a:ext uri="{FF2B5EF4-FFF2-40B4-BE49-F238E27FC236}">
                <a16:creationId xmlns:a16="http://schemas.microsoft.com/office/drawing/2014/main" id="{48473CC4-0061-4EEA-8D5B-AEF340C60CA4}"/>
              </a:ext>
            </a:extLst>
          </p:cNvPr>
          <p:cNvSpPr>
            <a:spLocks xmlns:a="http://schemas.openxmlformats.org/drawingml/2006/main" noGrp="1"/>
          </p:cNvSpPr>
          <p:nvPr>
            <p:ph type="body" idx="51642625" hasCustomPrompt="1"/>
          </p:nvPr>
        </p:nvSpPr>
        <p:spPr>
          <a:xfrm xmlns:a="http://schemas.openxmlformats.org/drawingml/2006/main">
            <a:off x="9004300" y="38100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6537900708134468" /><Relationship Type="http://schemas.openxmlformats.org/officeDocument/2006/relationships/theme" Target="/ppt/slideMasters/theme/theme2.xml" Id="R8e64ae9cf05f4abe" /><Relationship Type="http://schemas.openxmlformats.org/officeDocument/2006/relationships/slideLayout" Target="/ppt/slideLayouts/slideLayout1.xml" Id="R6a232b08e344448d" /><Relationship Type="http://schemas.openxmlformats.org/officeDocument/2006/relationships/slideLayout" Target="/ppt/slideLayouts/slideLayout2.xml" Id="Rbdbfb65af35e40ce" /><Relationship Type="http://schemas.openxmlformats.org/officeDocument/2006/relationships/slideLayout" Target="/ppt/slideLayouts/slideLayout3.xml" Id="R8086fe0a2b414f4b" /><Relationship Type="http://schemas.openxmlformats.org/officeDocument/2006/relationships/slideLayout" Target="/ppt/slideLayouts/slideLayout4.xml" Id="R6ad8b82ba8894ab0" /><Relationship Type="http://schemas.openxmlformats.org/officeDocument/2006/relationships/slideLayout" Target="/ppt/slideLayouts/slideLayout5.xml" Id="R9b35321b8551423a" /><Relationship Type="http://schemas.openxmlformats.org/officeDocument/2006/relationships/slideLayout" Target="/ppt/slideLayouts/slideLayout6.xml" Id="R7fbf79bd9faf42c0" /><Relationship Type="http://schemas.openxmlformats.org/officeDocument/2006/relationships/slideLayout" Target="/ppt/slideLayouts/slideLayout7.xml" Id="R004cdba36c834db1" /><Relationship Type="http://schemas.openxmlformats.org/officeDocument/2006/relationships/slideLayout" Target="/ppt/slideLayouts/slideLayout8.xml" Id="R2c69bb9d6def45fa" /><Relationship Type="http://schemas.openxmlformats.org/officeDocument/2006/relationships/slideLayout" Target="/ppt/slideLayouts/slideLayout9.xml" Id="Ra8fd9ff9b56044dc" /><Relationship Type="http://schemas.openxmlformats.org/officeDocument/2006/relationships/slideLayout" Target="/ppt/slideLayouts/slideLayout10.xml" Id="R357337961a3a40ef" /><Relationship Type="http://schemas.openxmlformats.org/officeDocument/2006/relationships/slideLayout" Target="/ppt/slideLayouts/slideLayout11.xml" Id="R3f13b2a8d9634786" /><Relationship Type="http://schemas.openxmlformats.org/officeDocument/2006/relationships/slideLayout" Target="/ppt/slideLayouts/slideLayout12.xml" Id="R404e404bd4e44e4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图片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37900708134468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33" name="任意多边形: 形状 32">
            <a:extLst xmlns:a="http://schemas.openxmlformats.org/drawingml/2006/main">
              <a:ext uri="{FF2B5EF4-FFF2-40B4-BE49-F238E27FC236}">
                <a16:creationId xmlns:a16="http://schemas.microsoft.com/office/drawing/2014/main" id="{A14A175B-2553-4089-AB2A-793EA4E8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任意多边形: 形状 34">
            <a:extLst xmlns:a="http://schemas.openxmlformats.org/drawingml/2006/main">
              <a:ext uri="{FF2B5EF4-FFF2-40B4-BE49-F238E27FC236}">
                <a16:creationId xmlns:a16="http://schemas.microsoft.com/office/drawing/2014/main" id="{7982F2C9-5FC2-4E9C-9334-E1A34F48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ADA9A54-7781-4C2A-B249-3E1A51E5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>
              <a:alpha val="90000"/>
            </a:scheme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209EA69D-71D2-48BD-9D77-44EC41A09F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5960" y="36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BB4FAE3A-7F91-4234-A8B6-332FEB4ACA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95960" y="1301749"/>
            <a:ext cx="108000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FF3C2E4-7B2B-4A8D-B1B1-C5C34772A9D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9596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DD9C7C3F-FA4E-4C81-BD4A-FD898E2C2AF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3ED9D73C-3E38-49DA-B420-C6B6CC0ACCC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53983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9" name="KSO_TEMPLATE" hidden="1">
            <a:extLst xmlns:a="http://schemas.openxmlformats.org/drawingml/2006/main">
              <a:ext uri="{FF2B5EF4-FFF2-40B4-BE49-F238E27FC236}">
                <a16:creationId xmlns:a16="http://schemas.microsoft.com/office/drawing/2014/main" id="{5258A5EB-EC53-4563-AC8D-49638D91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32b08e344448d"/>
    <p:sldLayoutId xmlns:r="http://schemas.openxmlformats.org/officeDocument/2006/relationships" id="2147483650" r:id="Rbdbfb65af35e40ce"/>
    <p:sldLayoutId xmlns:r="http://schemas.openxmlformats.org/officeDocument/2006/relationships" id="2147483651" r:id="R8086fe0a2b414f4b"/>
    <p:sldLayoutId xmlns:r="http://schemas.openxmlformats.org/officeDocument/2006/relationships" id="2147483652" r:id="R6ad8b82ba8894ab0"/>
    <p:sldLayoutId xmlns:r="http://schemas.openxmlformats.org/officeDocument/2006/relationships" id="2147483653" r:id="R9b35321b8551423a"/>
    <p:sldLayoutId xmlns:r="http://schemas.openxmlformats.org/officeDocument/2006/relationships" id="2147483654" r:id="R7fbf79bd9faf42c0"/>
    <p:sldLayoutId xmlns:r="http://schemas.openxmlformats.org/officeDocument/2006/relationships" id="2147483655" r:id="R004cdba36c834db1"/>
    <p:sldLayoutId xmlns:r="http://schemas.openxmlformats.org/officeDocument/2006/relationships" id="2147483656" r:id="R2c69bb9d6def45fa"/>
    <p:sldLayoutId xmlns:r="http://schemas.openxmlformats.org/officeDocument/2006/relationships" id="2147483657" r:id="Ra8fd9ff9b56044dc"/>
    <p:sldLayoutId xmlns:r="http://schemas.openxmlformats.org/officeDocument/2006/relationships" id="2147483658" r:id="R357337961a3a40ef"/>
    <p:sldLayoutId xmlns:r="http://schemas.openxmlformats.org/officeDocument/2006/relationships" id="2147483659" r:id="R3f13b2a8d9634786"/>
    <p:sldLayoutId xmlns:r="http://schemas.openxmlformats.org/officeDocument/2006/relationships" id="2147483660" r:id="R404e404bd4e44e4e"/>
  </p:sldLayoutIdLst>
  <p:txStyles>
    <p:titleStyle>
      <a:lvl1pPr xmlns:a="http://schemas.openxmlformats.org/drawingml/2006/main" algn="l" defTabSz="914400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0">
                <a:schemeClr val="accent1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3500000" scaled="0"/>
          </a:gra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3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38480" indent="-206375" algn="l" defTabSz="914400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98830" indent="-161925" algn="l" defTabSz="914400">
        <a:lnSpc>
          <a:spcPct val="130000"/>
        </a:lnSpc>
        <a:spcBef>
          <a:spcPts val="0"/>
        </a:spcBef>
        <a:buFont typeface="Arial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30605" indent="-149225" algn="l" defTabSz="914400">
        <a:lnSpc>
          <a:spcPct val="130000"/>
        </a:lnSpc>
        <a:spcBef>
          <a:spcPts val="0"/>
        </a:spcBef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235075" indent="-127000" algn="l" defTabSz="914400">
        <a:lnSpc>
          <a:spcPct val="130000"/>
        </a:lnSpc>
        <a:spcBef>
          <a:spcPts val="0"/>
        </a:spcBef>
        <a:buFont typeface="Arial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商务风黑金色通用模板">
  <a:themeElements>
    <a:clrScheme name="自定义 193">
      <a:dk1>
        <a:srgbClr val="000000"/>
      </a:dk1>
      <a:lt1>
        <a:srgbClr val="FFFFFF"/>
      </a:lt1>
      <a:dk2>
        <a:srgbClr val="0D0D0D"/>
      </a:dk2>
      <a:lt2>
        <a:srgbClr val="F5F7FF"/>
      </a:lt2>
      <a:accent1>
        <a:srgbClr val="AF753D"/>
      </a:accent1>
      <a:accent2>
        <a:srgbClr val="FFA912"/>
      </a:accent2>
      <a:accent3>
        <a:srgbClr val="9C60FF"/>
      </a:accent3>
      <a:accent4>
        <a:srgbClr val="17D594"/>
      </a:accent4>
      <a:accent5>
        <a:srgbClr val="F84949"/>
      </a:accent5>
      <a:accent6>
        <a:srgbClr val="EEC000"/>
      </a:accent6>
      <a:hlink>
        <a:srgbClr val="304FFE"/>
      </a:hlink>
      <a:folHlink>
        <a:srgbClr val="492067"/>
      </a:folHlink>
    </a:clrScheme>
    <a:fontScheme name="自定义 1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自定义 19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07133eb77a74ae9" /><Relationship Type="http://schemas.openxmlformats.org/officeDocument/2006/relationships/notesSlide" Target="/ppt/notesSlides/notesSlide1.xml" Id="R443b4f5658d643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96a74fe5054a9a" /><Relationship Type="http://schemas.openxmlformats.org/officeDocument/2006/relationships/notesSlide" Target="/ppt/notesSlides/notesSlide2.xml" Id="R1c3cbc9248ef49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Placeholder 1">
            <a:extLst xmlns:a="http://schemas.openxmlformats.org/drawingml/2006/main">
              <a:ext uri="{FF2B5EF4-FFF2-40B4-BE49-F238E27FC236}">
                <a16:creationId xmlns:a16="http://schemas.microsoft.com/office/drawing/2014/main" id="{6371D0F0-E9A9-4DE8-AC66-33F5F6B066B2}"/>
              </a:ext>
            </a:extLst>
          </p:cNvPr>
          <p:cNvSpPr>
            <a:spLocks xmlns:a="http://schemas.openxmlformats.org/drawingml/2006/main" noGrp="1"/>
          </p:cNvSpPr>
          <p:nvPr>
            <p:ph type="body" idx="16389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AI AGENT 技术面试</a:t>
            </a:r>
            <a:endParaRPr/>
          </a:p>
        </p:txBody>
      </p:sp>
      <p:sp>
        <p:nvSpPr>
          <p:cNvPr id="3" name="标题 1">
            <a:extLst xmlns:a="http://schemas.openxmlformats.org/drawingml/2006/main">
              <a:ext uri="{FF2B5EF4-FFF2-40B4-BE49-F238E27FC236}">
                <a16:creationId xmlns:a16="http://schemas.microsoft.com/office/drawing/2014/main" id="{013D9F50-7783-46C9-857C-48ED75084099}"/>
              </a:ext>
            </a:extLst>
          </p:cNvPr>
          <p:cNvSpPr>
            <a:spLocks xmlns:a="http://schemas.openxmlformats.org/drawingml/2006/main" noGrp="1"/>
          </p:cNvSpPr>
          <p:nvPr>
            <p:ph type="ctrTitle" idx="16388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识价镜：AI 拍照识物
与智能比价助手</a:t>
            </a:r>
            <a:endParaRPr/>
          </a:p>
        </p:txBody>
      </p:sp>
      <p:sp>
        <p:nvSpPr>
          <p:cNvPr id="4" name="署名占位符 10">
            <a:extLst xmlns:a="http://schemas.openxmlformats.org/drawingml/2006/main">
              <a:ext uri="{FF2B5EF4-FFF2-40B4-BE49-F238E27FC236}">
                <a16:creationId xmlns:a16="http://schemas.microsoft.com/office/drawing/2014/main" id="{0CDD09E1-7730-4867-A3B7-A10897977885}"/>
              </a:ext>
            </a:extLst>
          </p:cNvPr>
          <p:cNvSpPr>
            <a:spLocks xmlns:a="http://schemas.openxmlformats.org/drawingml/2006/main" noGrp="1"/>
          </p:cNvSpPr>
          <p:nvPr>
            <p:ph type="body" idx="1639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张思成 · AI Agent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5194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3DBD65DC-8EB6-4DC0-A82C-7224F5DD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"/>
            <a:ext cx="2667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42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技术导览</a:t>
            </a:r>
            <a:endParaRPr sz="42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AC28106-80D5-48EF-855B-B3425289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85725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任意多边形 4">
            <a:extLst xmlns:a="http://schemas.openxmlformats.org/drawingml/2006/main">
              <a:ext uri="{FF2B5EF4-FFF2-40B4-BE49-F238E27FC236}">
                <a16:creationId xmlns:a16="http://schemas.microsoft.com/office/drawing/2014/main" id="{7BEC9203-AA6F-4A16-985D-554232E7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45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98C70F8-7CAE-42D3-99A5-6D022359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1AEF14C-C5DA-482A-B17D-0671BD88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E81B75B-C175-4372-A625-8055BCF1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受控 Multi-Agent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95777B8-0E5C-4BAB-A060-1BAA1DEE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Supervisor · 并行 · Barrier
Checkpoint · 恢复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5B9E09D7-5EDE-4C15-BB7F-A18DAD69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6770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E38F3B82-0C30-4E14-90E4-6D8563A1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626CF00-8F6E-4433-A6D3-EEB30AD1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F897F18E-6335-488D-B8D7-BF34AB27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混合 RAG 检索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BC6CCDFC-72AF-44D6-AD9B-542E2415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Dense + Sparse + Metadata
重排 · 约束 · 降级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任意多边形 16">
            <a:extLst xmlns:a="http://schemas.openxmlformats.org/drawingml/2006/main">
              <a:ext uri="{FF2B5EF4-FFF2-40B4-BE49-F238E27FC236}">
                <a16:creationId xmlns:a16="http://schemas.microsoft.com/office/drawing/2014/main" id="{B2A1DC24-40D8-4D8A-A2BD-02A167F7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695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996C33A6-B2EE-4D79-851B-9BEA2F8E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9ECACDB-ABAE-47C1-92D3-EDD322A1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B7E8FF95-BB34-479B-B3FE-E1EF2C19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三层记忆与 HITL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9A3E39FA-84A3-42E7-AC94-4C28DED7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本轮 · 会话 · 长期 Memory
HITL · 幂等写入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任意多边形 22">
            <a:extLst xmlns:a="http://schemas.openxmlformats.org/drawingml/2006/main">
              <a:ext uri="{FF2B5EF4-FFF2-40B4-BE49-F238E27FC236}">
                <a16:creationId xmlns:a16="http://schemas.microsoft.com/office/drawing/2014/main" id="{91780004-7BF1-4B81-8D9D-5EF7171A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620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94B773B7-913D-4238-B836-F6810674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3E66F034-33FD-4103-8756-C3645C20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D7A763EE-974A-4930-A055-9ABB257C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确定性同款与比价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6AC207BC-9E1B-4260-84A5-49280B29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SPU 聚类 · SKU 拆分
价格与偏好排序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26605691"/>
      </p:ext>
    </p:extLst>
  </p:cSld>
</p:sld>
</file>

<file path=ppt/theme/theme1.xml><?xml version="1.0" encoding="utf-8"?>
<a:theme xmlns:a="http://schemas.openxmlformats.org/drawingml/2006/main" name="商务风黑金色通用模板">
  <a:themeElements>
    <a:clrScheme name="自定义 193">
      <a:dk1>
        <a:srgbClr val="000000"/>
      </a:dk1>
      <a:lt1>
        <a:srgbClr val="FFFFFF"/>
      </a:lt1>
      <a:dk2>
        <a:srgbClr val="0D0D0D"/>
      </a:dk2>
      <a:lt2>
        <a:srgbClr val="F5F7FF"/>
      </a:lt2>
      <a:accent1>
        <a:srgbClr val="AF753D"/>
      </a:accent1>
      <a:accent2>
        <a:srgbClr val="FFA912"/>
      </a:accent2>
      <a:accent3>
        <a:srgbClr val="9C60FF"/>
      </a:accent3>
      <a:accent4>
        <a:srgbClr val="17D594"/>
      </a:accent4>
      <a:accent5>
        <a:srgbClr val="F84949"/>
      </a:accent5>
      <a:accent6>
        <a:srgbClr val="EEC000"/>
      </a:accent6>
      <a:hlink>
        <a:srgbClr val="304FFE"/>
      </a:hlink>
      <a:folHlink>
        <a:srgbClr val="492067"/>
      </a:folHlink>
    </a:clrScheme>
    <a:fontScheme name="自定义 1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2026-08-23T14:05:31.4200000Z</dcterms:created>
  <dcterms:modified xsi:type="dcterms:W3CDTF">2026-08-23T14:05:31.4200000Z</dcterms:modified>
</coreProperties>
</file>