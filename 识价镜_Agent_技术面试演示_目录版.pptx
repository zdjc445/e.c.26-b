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038e5ac6d44171" /><Relationship Type="http://schemas.openxmlformats.org/officeDocument/2006/relationships/extended-properties" Target="/docProps/app.xml" Id="Rc02a4a3a00ce4a0c" /><Relationship Type="http://schemas.openxmlformats.org/officeDocument/2006/relationships/officeDocument" Target="/ppt/presentation.xml" Id="Rec4e824dba2a4d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f18d54142545ac"/>
  </p:sldMasterIdLst>
  <p:notesMasterIdLst>
    <p:notesMasterId xmlns:r="http://schemas.openxmlformats.org/officeDocument/2006/relationships" r:id="Rc3377029bd5849b8"/>
  </p:notesMasterIdLst>
  <p:sldIdLst>
    <p:sldId xmlns:r="http://schemas.openxmlformats.org/officeDocument/2006/relationships" id="256" r:id="R9754b82b5d584a6d"/>
    <p:sldId xmlns:r="http://schemas.openxmlformats.org/officeDocument/2006/relationships" id="257" r:id="R1e6fa54d6b6345df"/>
    <p:sldId xmlns:r="http://schemas.openxmlformats.org/officeDocument/2006/relationships" id="258" r:id="R447478cc9e2d48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457a9a77184822" /><Relationship Type="http://schemas.openxmlformats.org/officeDocument/2006/relationships/slideMaster" Target="/ppt/slideMasters/slideMaster1.xml" Id="Rbdf18d54142545ac" /><Relationship Type="http://schemas.openxmlformats.org/officeDocument/2006/relationships/notesMaster" Target="/ppt/notesMasters/notesMaster1.xml" Id="Rc3377029bd5849b8" /><Relationship Type="http://schemas.openxmlformats.org/officeDocument/2006/relationships/presProps" Target="/ppt/presProps.xml" Id="R6de7921aa5c5435c" /><Relationship Type="http://schemas.openxmlformats.org/officeDocument/2006/relationships/tableStyles" Target="/ppt/tableStyles.xml" Id="R8365a56c2bf740dc" /><Relationship Type="http://schemas.openxmlformats.org/officeDocument/2006/relationships/slide" Target="/ppt/slides/slide1.xml" Id="R9754b82b5d584a6d" /><Relationship Type="http://schemas.openxmlformats.org/officeDocument/2006/relationships/slide" Target="/ppt/slides/slide2.xml" Id="R1e6fa54d6b6345df" /><Relationship Type="http://schemas.openxmlformats.org/officeDocument/2006/relationships/slide" Target="/ppt/slides/slide3.xml" Id="R447478cc9e2d48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4a95090eca48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e810856dc94ab6" /><Relationship Type="http://schemas.openxmlformats.org/officeDocument/2006/relationships/notesMaster" Target="/ppt/notesMasters/notesMaster1.xml" Id="R5f0adb27bbdb4b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6efae200dc4878" /><Relationship Type="http://schemas.openxmlformats.org/officeDocument/2006/relationships/notesMaster" Target="/ppt/notesMasters/notesMaster1.xml" Id="Re4d7f6a68fb740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7876b6b77e42a4" /><Relationship Type="http://schemas.openxmlformats.org/officeDocument/2006/relationships/notesMaster" Target="/ppt/notesMasters/notesMaster1.xml" Id="R0a33dee6e0d14e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这是一个面向“看到了商品，但不知道品牌、型号和准确检索词”的购物场景。我做的不是单个识图模型，而是一条可恢复的 Agent 工作流：把图片或文本转换成结构化商品信息，结合用户约束做检索，再完成同款和 SKU 级别的比价排序。后面重点讲四件事：工作流为什么可控、检索怎么保证约束、如何避免相似款误比价，以及怎样做故障降级和评测。当前仓库要求 Python 3.12+，只实现 Agent 核心；仓库没有 FastAPI、SSE 或客户端实现。模型标识符来自环境变量，不把固定模型名说成代码硬编码。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D:\E.C.26-B\README.md</a:t>
            </a:r>
          </a:p>
          <a:p xmlns:a="http://schemas.openxmlformats.org/drawingml/2006/main">
            <a:r>
              <a:t>- D:\E.C.26-B\pyproject.toml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这一页用四个技术点概括识价镜的主线：先讲受控 Multi-Agent 如何拆分职责、并行执行和恢复；再讲混合 RAG 如何在硬约束下召回并降级；随后讲本轮、会话、长期三层记忆与 HITL；最后讲确定性同款识别、SKU 拆分和比价排序。四个点对应简历中的四条项目技术亮点。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D:\实习\简历\output\pdf\张思成_简历.pdf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场景：用户在逛街、刷短视频或截图时看到一件商品，想买，但不知道品牌、型号和规格，也无法构造准确的搜索词；直接拿图片做向量搜索，只能得到“看起来像”的结果，而比价要求对象真正可比。解决方案是一条可恢复的 Agent 链路：先用 VLM 识别出结构化的品类、品牌、型号和属性，再把用户预算、平台、颜色等意图合并为带来源的约束；随后做混合召回、同款判定和 SKU 拆分，只在同一 SKU 内比价，输出带证据的解释。当前仓库实现 Agent 核心，不包含 Web API 与客户端。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D:\E.C.26-B\README.md</a:t>
            </a:r>
          </a:p>
          <a:p xmlns:a="http://schemas.openxmlformats.org/drawingml/2006/main">
            <a:r>
              <a:t>- D:\E.C.26-B\src\shijiajing_agent\contracts.py</a:t>
            </a:r>
          </a:p>
          <a:p xmlns:a="http://schemas.openxmlformats.org/drawingml/2006/main">
            <a:r>
              <a:t>- D:\E.C.26-B\docs\architecture.md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750f7c25df4c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8b1704a3c94a0d" /><Relationship Type="http://schemas.openxmlformats.org/officeDocument/2006/relationships/slideLayout" Target="/ppt/slideLayouts/slideLayout1.xml" Id="Raf27951b3d8b42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27951b3d8b42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431350613403d" /><Relationship Type="http://schemas.openxmlformats.org/officeDocument/2006/relationships/notesSlide" Target="/ppt/notesSlides/notesSlide1.xml" Id="R75e301aa81124d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5c53b0e7246b9" /><Relationship Type="http://schemas.openxmlformats.org/officeDocument/2006/relationships/notesSlide" Target="/ppt/notesSlides/notesSlide2.xml" Id="R6cc2f47296d44e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561ec89364d29" /><Relationship Type="http://schemas.openxmlformats.org/officeDocument/2006/relationships/notesSlide" Target="/ppt/notesSlides/notesSlide3.xml" Id="Rdba2b2bbdf144b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24ED94C-7722-4702-8F5E-6F40569D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533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识价镜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CFAC6B4-E046-4CF8-AC07-6258575A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671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AI 拍照识物与智能比价购物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BF039B-55A5-43E9-9481-31649733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3815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讲述人：张思成</a:t>
            </a:r>
          </a:p>
        </p:txBody>
      </p:sp>
    </p:spTree>
    <p:extLst>
      <p:ext uri="{BB962C8B-B14F-4D97-AF65-F5344CB8AC3E}">
        <p14:creationId xmlns:p14="http://schemas.microsoft.com/office/powerpoint/2010/main" val="14377756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C3E98470-7A00-4CD8-AF1F-39F19C92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目录｜四个技术点串起完整购物链路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E55F9-9D0C-4992-9C4C-29FE1743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926BB-3F5B-4232-B40D-A5F910C8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334000" cy="4476750"/>
          </a:xfrm>
          <a:prstGeom xmlns:a="http://schemas.openxmlformats.org/drawingml/2006/main" prst="roundRect">
            <a:avLst>
              <a:gd name="adj" fmla="val 297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D6642-C015-4D1F-9E0E-4C691035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487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协作与召回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9BB9D-DC02-4224-8D5A-4168814D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4876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01  受控 Multi-Agent 协作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     Supervisor / 并行 / Barrier / 恢复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02  混合 RAG 与约束检索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     Dense + Sparse + Metadata / 重排 / 降级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573CE-344A-4704-8651-100CBB30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334000" cy="4476750"/>
          </a:xfrm>
          <a:prstGeom xmlns:a="http://schemas.openxmlformats.org/drawingml/2006/main" prst="roundRect">
            <a:avLst>
              <a:gd name="adj" fmla="val 297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219B2-E7D8-424A-A319-F4DAB2F5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95450"/>
            <a:ext cx="487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记忆与决策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41038-17F6-4036-BDBF-E78E7898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4876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03  三层记忆与 HITL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     本轮 / 会话 / 长期 Memory / 幂等写入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04  确定性同款与比价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     SPU 聚类 / SKU 拆分 / 价格与偏好排序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971DF-2483-496D-A10B-51960624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E093C-CC40-42F0-816A-5E57B143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技术目录｜简历项目亮点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8608D-AF32-42E9-92A1-A6193525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848165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C3E98470-7A00-4CD8-AF1F-39F19C92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用户看到了商品，却搜不到、比不了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E55F9-9D0C-4992-9C4C-29FE1743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76325"/>
            <a:ext cx="819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926BB-3F5B-4232-B40D-A5F910C8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334000" cy="4476750"/>
          </a:xfrm>
          <a:prstGeom xmlns:a="http://schemas.openxmlformats.org/drawingml/2006/main" prst="roundRect">
            <a:avLst>
              <a:gd name="adj" fmla="val 297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D6642-C015-4D1F-9E0E-4C691035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487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业务场景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9BB9D-DC02-4224-8D5A-4168814D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4876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逛街 / 刷到想买的商品，叫不出名字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不知道品牌、型号、规格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无法构造准确的搜索词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图搜只返回“长得像”，不敢比价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573CE-344A-4704-8651-100CBB30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334000" cy="4476750"/>
          </a:xfrm>
          <a:prstGeom xmlns:a="http://schemas.openxmlformats.org/drawingml/2006/main" prst="roundRect">
            <a:avLst>
              <a:gd name="adj" fmla="val 2979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219B2-E7D8-424A-A319-F4DAB2F5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95450"/>
            <a:ext cx="487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项目解决方案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41038-17F6-4036-BDBF-E78E7898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4876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VLM 识别 → 品类 / 品牌 / 型号 / 属性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意图理解 → 带来源的购物约束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混合召回 → 同款判定 → SKU 拆分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· 同一 SKU 内比价，输出带证据的解释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971DF-2483-496D-A10B-51960624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E093C-CC40-42F0-816A-5E57B143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项目简介与业务场景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8608D-AF32-42E9-92A1-A6193525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3627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848165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2026-08-23T13:04:55.2260000Z</dcterms:created>
  <dcterms:modified xsi:type="dcterms:W3CDTF">2026-08-23T13:04:55.2260000Z</dcterms:modified>
</coreProperties>
</file>