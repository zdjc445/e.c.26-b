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4aa8f2402f47fd" /><Relationship Type="http://schemas.openxmlformats.org/officeDocument/2006/relationships/extended-properties" Target="/docProps/app.xml" Id="R27c62bfc384545db" /><Relationship Type="http://schemas.openxmlformats.org/officeDocument/2006/relationships/officeDocument" Target="/ppt/presentation.xml" Id="R4f8be2b61eb84f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481ef17514c90"/>
  </p:sldMasterIdLst>
  <p:notesMasterIdLst>
    <p:notesMasterId xmlns:r="http://schemas.openxmlformats.org/officeDocument/2006/relationships" r:id="Ra9e9b555512243c1"/>
  </p:notesMasterIdLst>
  <p:sldIdLst>
    <p:sldId xmlns:r="http://schemas.openxmlformats.org/officeDocument/2006/relationships" id="256" r:id="Rb0306d28fb184833"/>
    <p:sldId xmlns:r="http://schemas.openxmlformats.org/officeDocument/2006/relationships" id="257" r:id="R90e458fd0d63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0ec89fcfa4115" /><Relationship Type="http://schemas.openxmlformats.org/officeDocument/2006/relationships/slideMaster" Target="/ppt/slideMasters/slideMaster1.xml" Id="Rbb8481ef17514c90" /><Relationship Type="http://schemas.openxmlformats.org/officeDocument/2006/relationships/notesMaster" Target="/ppt/notesMasters/notesMaster1.xml" Id="Ra9e9b555512243c1" /><Relationship Type="http://schemas.openxmlformats.org/officeDocument/2006/relationships/presProps" Target="/ppt/presProps.xml" Id="R52175e861b0d4666" /><Relationship Type="http://schemas.openxmlformats.org/officeDocument/2006/relationships/tableStyles" Target="/ppt/tableStyles.xml" Id="R882cb010e30e4ab8" /><Relationship Type="http://schemas.openxmlformats.org/officeDocument/2006/relationships/slide" Target="/ppt/slides/slide1.xml" Id="Rb0306d28fb184833" /><Relationship Type="http://schemas.openxmlformats.org/officeDocument/2006/relationships/slide" Target="/ppt/slides/slide2.xml" Id="R90e458fd0d63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f95e0116f43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b63767e5f4fe8" /><Relationship Type="http://schemas.openxmlformats.org/officeDocument/2006/relationships/notesMaster" Target="/ppt/notesMasters/notesMaster1.xml" Id="Re41865acd147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3b73980574ea3" /><Relationship Type="http://schemas.openxmlformats.org/officeDocument/2006/relationships/notesMaster" Target="/ppt/notesMasters/notesMaster1.xml" Id="R2890113162d5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这是一个面向“看到了商品，但不知道品牌、型号和准确检索词”的购物场景。我做的不是单个识图模型，而是一条可恢复的 Agent 工作流：把图片或文本转换成结构化商品信息，结合用户约束做检索，再完成同款和 SKU 级别的比价排序。后面重点讲四件事：工作流为什么可控、检索怎么保证约束、如何避免相似款误比价，以及怎样做故障降级和评测。当前仓库要求 Python 3.12+，只实现 Agent 核心；仓库没有 FastAPI、SSE 或客户端实现。模型标识符来自环境变量，不把固定模型名说成代码硬编码。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场景：用户在逛街、刷短视频或截图时看到一件商品，想买，但不知道品牌、型号和规格，也无法构造准确的搜索词；直接拿图片做向量搜索，只能得到“看起来像”的结果，而比价要求对象真正可比。解决方案是一条可恢复的 Agent 链路：先用 VLM 识别出结构化的品类、品牌、型号和属性，再把用户预算、平台、颜色等意图合并为带来源的约束；随后做混合召回、同款判定和 SKU 拆分，只在同一 SKU 内比价，输出带证据的解释。当前仓库实现 Agent 核心，不包含 Web API 与客户端。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4096c9e79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2942bcbc4040f5" /><Relationship Type="http://schemas.openxmlformats.org/officeDocument/2006/relationships/slideLayout" Target="/ppt/slideLayouts/slideLayout1.xml" Id="Rc87a10acef60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7a10acef60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47be42d2846a2" /><Relationship Type="http://schemas.openxmlformats.org/officeDocument/2006/relationships/notesSlide" Target="/ppt/notesSlides/notesSlide1.xml" Id="R368c49142b4b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d263d6c94de2" /><Relationship Type="http://schemas.openxmlformats.org/officeDocument/2006/relationships/notesSlide" Target="/ppt/notesSlides/notesSlide2.xml" Id="R57975945d00c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4ED94C-7722-4702-8F5E-6F40569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识价镜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FAC6B4-E046-4CF8-AC07-6258575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AI 拍照识物与智能比价购物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F039B-55A5-43E9-9481-316497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81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讲述人：张思成</a:t>
            </a:r>
          </a:p>
        </p:txBody>
      </p:sp>
    </p:spTree>
    <p:extLst>
      <p:ext uri="{BB962C8B-B14F-4D97-AF65-F5344CB8AC3E}">
        <p14:creationId xmlns:p14="http://schemas.microsoft.com/office/powerpoint/2010/main" val="1437775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3E98470-7A00-4CD8-AF1F-39F19C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用户看到了商品，却搜不到、比不了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5F9-9D0C-4992-9C4C-29FE174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26BB-3F5B-4232-B40D-A5F910C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6642-C015-4D1F-9E0E-4C69103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BB9D-DC02-4224-8D5A-4168814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逛街 / 刷到想买的商品，叫不出名字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不知道品牌、型号、规格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无法构造准确的搜索词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图搜只返回“长得像”，不敢比价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73CE-344A-4704-8651-100CBB3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19B2-E7D8-424A-A319-F4DAB2F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项目解决方案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1038-17F6-4036-BDBF-E78E78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VLM 识别 → 品类 / 品牌 / 型号 / 属性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意图理解 → 带来源的购物约束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混合召回 → 同款判定 → SKU 拆分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同一 SKU 内比价，输出带证据的解释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971DF-2483-496D-A10B-5196062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093C-CC40-42F0-816A-5E57B143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项目简介与业务场景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8608D-AF32-42E9-92A1-A619352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4816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2026-08-23T12:44:24.9900000Z</dcterms:created>
  <dcterms:modified xsi:type="dcterms:W3CDTF">2026-08-23T12:44:24.9900000Z</dcterms:modified>
</coreProperties>
</file>